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Default Extension="fntdata" ContentType="application/x-fontdata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theme/theme12.xml" ContentType="application/vnd.openxmlformats-officedocument.theme+xml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notesMasters/_rels/notesMaster1.xml.rels" ContentType="application/vnd.openxmlformats-package.relationships+xml"/>
  <Override PartName="/ppt/media/image18.png" ContentType="image/png"/>
  <Override PartName="/ppt/media/image1.png" ContentType="image/png"/>
  <Override PartName="/ppt/media/image2.png" ContentType="image/png"/>
  <Override PartName="/ppt/media/image21.png" ContentType="image/png"/>
  <Override PartName="/ppt/media/image3.png" ContentType="image/png"/>
  <Override PartName="/ppt/media/image7.png" ContentType="image/png"/>
  <Override PartName="/ppt/media/image6.jpeg" ContentType="image/jpeg"/>
  <Override PartName="/ppt/media/image27.jpeg" ContentType="image/jpeg"/>
  <Override PartName="/ppt/media/image4.png" ContentType="image/png"/>
  <Override PartName="/ppt/media/image5.png" ContentType="image/png"/>
  <Override PartName="/ppt/media/image23.jpeg" ContentType="image/jpeg"/>
  <Override PartName="/ppt/media/image11.png" ContentType="image/png"/>
  <Override PartName="/ppt/media/image8.png" ContentType="image/png"/>
  <Override PartName="/ppt/media/image10.png" ContentType="image/png"/>
  <Override PartName="/ppt/media/image9.png" ContentType="image/png"/>
  <Override PartName="/ppt/media/image12.png" ContentType="image/png"/>
  <Override PartName="/ppt/media/image13.png" ContentType="image/png"/>
  <Override PartName="/ppt/media/image14.png" ContentType="image/png"/>
  <Override PartName="/ppt/media/image15.png" ContentType="image/png"/>
  <Override PartName="/ppt/media/image16.png" ContentType="image/png"/>
  <Override PartName="/ppt/media/image17.png" ContentType="image/png"/>
  <Override PartName="/ppt/media/image19.png" ContentType="image/png"/>
  <Override PartName="/ppt/media/image20.png" ContentType="image/png"/>
  <Override PartName="/ppt/media/image22.png" ContentType="image/png"/>
  <Override PartName="/ppt/media/image24.png" ContentType="image/png"/>
  <Override PartName="/ppt/media/image25.png" ContentType="image/png"/>
  <Override PartName="/ppt/media/image26.png" ContentType="image/png"/>
  <Override PartName="/ppt/media/image28.png" ContentType="image/png"/>
  <Override PartName="/ppt/media/image29.png" ContentType="image/png"/>
  <Override PartName="/ppt/slides/slide18.xml" ContentType="application/vnd.openxmlformats-officedocument.presentationml.slide+xml"/>
  <Override PartName="/ppt/slides/slide1.xml" ContentType="application/vnd.openxmlformats-officedocument.presentationml.slide+xml"/>
  <Override PartName="/ppt/slides/slide20.xml" ContentType="application/vnd.openxmlformats-officedocument.presentationml.slide+xml"/>
  <Override PartName="/ppt/slides/slide2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0.xml" ContentType="application/vnd.openxmlformats-officedocument.presentationml.slide+xml"/>
  <Override PartName="/ppt/slides/slide4.xml" ContentType="application/vnd.openxmlformats-officedocument.presentationml.slide+xml"/>
  <Override PartName="/ppt/slides/slide22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23.xml" ContentType="application/vnd.openxmlformats-officedocument.presentationml.slide+xml"/>
  <Override PartName="/ppt/slides/slide42.xml" ContentType="application/vnd.openxmlformats-officedocument.presentationml.slide+xml"/>
  <Override PartName="/ppt/slides/slide6.xml" ContentType="application/vnd.openxmlformats-officedocument.presentationml.slide+xml"/>
  <Override PartName="/ppt/slides/slide24.xml" ContentType="application/vnd.openxmlformats-officedocument.presentationml.slide+xml"/>
  <Override PartName="/ppt/slides/slide43.xml" ContentType="application/vnd.openxmlformats-officedocument.presentationml.slide+xml"/>
  <Override PartName="/ppt/slides/slide7.xml" ContentType="application/vnd.openxmlformats-officedocument.presentationml.slide+xml"/>
  <Override PartName="/ppt/slides/slide25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26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9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_rels/slide22.xml.rels" ContentType="application/vnd.openxmlformats-package.relationships+xml"/>
  <Override PartName="/ppt/slides/_rels/slide35.xml.rels" ContentType="application/vnd.openxmlformats-package.relationships+xml"/>
  <Override PartName="/ppt/slides/_rels/slide18.xml.rels" ContentType="application/vnd.openxmlformats-package.relationships+xml"/>
  <Override PartName="/ppt/slides/_rels/slide1.xml.rels" ContentType="application/vnd.openxmlformats-package.relationships+xml"/>
  <Override PartName="/ppt/slides/_rels/slide36.xml.rels" ContentType="application/vnd.openxmlformats-package.relationships+xml"/>
  <Override PartName="/ppt/slides/_rels/slide20.xml.rels" ContentType="application/vnd.openxmlformats-package.relationships+xml"/>
  <Override PartName="/ppt/slides/_rels/slide2.xml.rels" ContentType="application/vnd.openxmlformats-package.relationships+xml"/>
  <Override PartName="/ppt/slides/_rels/slide37.xml.rels" ContentType="application/vnd.openxmlformats-package.relationships+xml"/>
  <Override PartName="/ppt/slides/_rels/slide3.xml.rels" ContentType="application/vnd.openxmlformats-package.relationships+xml"/>
  <Override PartName="/ppt/slides/_rels/slide21.xml.rels" ContentType="application/vnd.openxmlformats-package.relationships+xml"/>
  <Override PartName="/ppt/slides/_rels/slide38.xml.rels" ContentType="application/vnd.openxmlformats-package.relationships+xml"/>
  <Override PartName="/ppt/slides/_rels/slide40.xml.rels" ContentType="application/vnd.openxmlformats-package.relationships+xml"/>
  <Override PartName="/ppt/slides/_rels/slide4.xml.rels" ContentType="application/vnd.openxmlformats-package.relationships+xml"/>
  <Override PartName="/ppt/slides/_rels/slide39.xml.rels" ContentType="application/vnd.openxmlformats-package.relationships+xml"/>
  <Override PartName="/ppt/slides/_rels/slide41.xml.rels" ContentType="application/vnd.openxmlformats-package.relationships+xml"/>
  <Override PartName="/ppt/slides/_rels/slide5.xml.rels" ContentType="application/vnd.openxmlformats-package.relationships+xml"/>
  <Override PartName="/ppt/slides/_rels/slide23.xml.rels" ContentType="application/vnd.openxmlformats-package.relationships+xml"/>
  <Override PartName="/ppt/slides/_rels/slide42.xml.rels" ContentType="application/vnd.openxmlformats-package.relationships+xml"/>
  <Override PartName="/ppt/slides/_rels/slide6.xml.rels" ContentType="application/vnd.openxmlformats-package.relationships+xml"/>
  <Override PartName="/ppt/slides/_rels/slide24.xml.rels" ContentType="application/vnd.openxmlformats-package.relationships+xml"/>
  <Override PartName="/ppt/slides/_rels/slide43.xml.rels" ContentType="application/vnd.openxmlformats-package.relationships+xml"/>
  <Override PartName="/ppt/slides/_rels/slide7.xml.rels" ContentType="application/vnd.openxmlformats-package.relationships+xml"/>
  <Override PartName="/ppt/slides/_rels/slide25.xml.rels" ContentType="application/vnd.openxmlformats-package.relationships+xml"/>
  <Override PartName="/ppt/slides/_rels/slide11.xml.rels" ContentType="application/vnd.openxmlformats-package.relationships+xml"/>
  <Override PartName="/ppt/slides/_rels/slide8.xml.rels" ContentType="application/vnd.openxmlformats-package.relationships+xml"/>
  <Override PartName="/ppt/slides/_rels/slide26.xml.rels" ContentType="application/vnd.openxmlformats-package.relationships+xml"/>
  <Override PartName="/ppt/slides/_rels/slide10.xml.rels" ContentType="application/vnd.openxmlformats-package.relationships+xml"/>
  <Override PartName="/ppt/slides/_rels/slide9.xml.rels" ContentType="application/vnd.openxmlformats-package.relationships+xml"/>
  <Override PartName="/ppt/slides/_rels/slide12.xml.rels" ContentType="application/vnd.openxmlformats-package.relationships+xml"/>
  <Override PartName="/ppt/slides/_rels/slide13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6.xml.rels" ContentType="application/vnd.openxmlformats-package.relationships+xml"/>
  <Override PartName="/ppt/slides/_rels/slide17.xml.rels" ContentType="application/vnd.openxmlformats-package.relationships+xml"/>
  <Override PartName="/ppt/slides/_rels/slide19.xml.rels" ContentType="application/vnd.openxmlformats-package.relationships+xml"/>
  <Override PartName="/ppt/slides/_rels/slide27.xml.rels" ContentType="application/vnd.openxmlformats-package.relationships+xml"/>
  <Override PartName="/ppt/slides/_rels/slide28.xml.rels" ContentType="application/vnd.openxmlformats-package.relationships+xml"/>
  <Override PartName="/ppt/slides/_rels/slide29.xml.rels" ContentType="application/vnd.openxmlformats-package.relationships+xml"/>
  <Override PartName="/ppt/slides/_rels/slide30.xml.rels" ContentType="application/vnd.openxmlformats-package.relationships+xml"/>
  <Override PartName="/ppt/slides/_rels/slide31.xml.rels" ContentType="application/vnd.openxmlformats-package.relationships+xml"/>
  <Override PartName="/ppt/slides/_rels/slide32.xml.rels" ContentType="application/vnd.openxmlformats-package.relationships+xml"/>
  <Override PartName="/ppt/slides/_rels/slide33.xml.rels" ContentType="application/vnd.openxmlformats-package.relationships+xml"/>
  <Override PartName="/ppt/slides/_rels/slide34.xml.rels" ContentType="application/vnd.openxmlformats-package.relationships+xml"/>
  <Override PartName="/ppt/slideMasters/slideMaster1.xml" ContentType="application/vnd.openxmlformats-officedocument.presentationml.slideMaster+xml"/>
  <Override PartName="/ppt/slideMasters/_rels/slideMaster1.xml.rels" ContentType="application/vnd.openxmlformats-package.relationships+xml"/>
  <Override PartName="/ppt/notesSlides/notesSlide10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_rels/notesSlide10.xml.rels" ContentType="application/vnd.openxmlformats-package.relationships+xml"/>
  <Override PartName="/ppt/notesSlides/_rels/notesSlide1.xml.rels" ContentType="application/vnd.openxmlformats-package.relationships+xml"/>
  <Override PartName="/ppt/notesSlides/_rels/notesSlide5.xml.rels" ContentType="application/vnd.openxmlformats-package.relationships+xml"/>
  <Override PartName="/ppt/notesSlides/_rels/notesSlide6.xml.rels" ContentType="application/vnd.openxmlformats-package.relationships+xml"/>
  <Override PartName="/ppt/notesSlides/_rels/notesSlide8.xml.rels" ContentType="application/vnd.openxmlformats-package.relationships+xml"/>
  <Override PartName="/ppt/notesSlides/_rels/notesSlide11.xml.rels" ContentType="application/vnd.openxmlformats-package.relationships+xml"/>
  <Override PartName="/ppt/notesSlides/_rels/notesSlide7.xml.rels" ContentType="application/vnd.openxmlformats-package.relationships+xml"/>
  <Override PartName="/ppt/notesSlides/_rels/notesSlide12.xml.rels" ContentType="application/vnd.openxmlformats-package.relationships+xml"/>
  <Override PartName="/ppt/notesSlides/_rels/notesSlide13.xml.rels" ContentType="application/vnd.openxmlformats-package.relationships+xml"/>
  <Override PartName="/ppt/notesSlides/_rels/notesSlide14.xml.rels" ContentType="application/vnd.openxmlformats-package.relationships+xml"/>
  <Override PartName="/ppt/notesSlides/_rels/notesSlide15.xml.rels" ContentType="application/vnd.openxmlformats-package.relationships+xml"/>
  <Override PartName="/ppt/notesSlides/_rels/notesSlide16.xml.rels" ContentType="application/vnd.openxmlformats-package.relationships+xml"/>
  <Override PartName="/ppt/notesSlides/_rels/notesSlide18.xml.rels" ContentType="application/vnd.openxmlformats-package.relationships+xml"/>
  <Override PartName="/ppt/notesSlides/_rels/notesSlide22.xml.rels" ContentType="application/vnd.openxmlformats-package.relationships+xml"/>
  <Override PartName="/ppt/notesSlides/_rels/notesSlide19.xml.rels" ContentType="application/vnd.openxmlformats-package.relationships+xml"/>
  <Override PartName="/ppt/notesSlides/_rels/notesSlide21.xml.rels" ContentType="application/vnd.openxmlformats-package.relationships+xml"/>
  <Override PartName="/ppt/notesSlides/_rels/notesSlide25.xml.rels" ContentType="application/vnd.openxmlformats-package.relationships+xml"/>
  <Override PartName="/ppt/notesSlides/_rels/notesSlide26.xml.rels" ContentType="application/vnd.openxmlformats-package.relationships+xml"/>
  <Override PartName="/ppt/notesSlides/_rels/notesSlide27.xml.rels" ContentType="application/vnd.openxmlformats-package.relationships+xml"/>
  <Override PartName="/ppt/notesSlides/_rels/notesSlide30.xml.rels" ContentType="application/vnd.openxmlformats-package.relationships+xml"/>
  <Override PartName="/ppt/notesSlides/_rels/notesSlide31.xml.rels" ContentType="application/vnd.openxmlformats-package.relationships+xml"/>
  <Override PartName="/ppt/notesSlides/_rels/notesSlide32.xml.rels" ContentType="application/vnd.openxmlformats-package.relationships+xml"/>
  <Override PartName="/ppt/notesSlides/_rels/notesSlide34.xml.rels" ContentType="application/vnd.openxmlformats-package.relationships+xml"/>
  <Override PartName="/ppt/notesSlides/_rels/notesSlide35.xml.rels" ContentType="application/vnd.openxmlformats-package.relationships+xml"/>
  <Override PartName="/ppt/notesSlides/_rels/notesSlide40.xml.rels" ContentType="application/vnd.openxmlformats-package.relationships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40.xml" ContentType="application/vnd.openxmlformats-officedocument.presentationml.notes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presProps.xml" ContentType="application/vnd.openxmlformats-officedocument.presentationml.presProps+xml"/>
  <Override PartName="/ppt/_rels/presentation.xml.rels" ContentType="application/vnd.openxmlformats-package.relationships+xml"/>
  <Override PartName="/_rels/.rels" ContentType="application/vnd.openxmlformats-package.relationshi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  <p:sldId id="286" r:id="rId34"/>
    <p:sldId id="287" r:id="rId35"/>
    <p:sldId id="288" r:id="rId36"/>
    <p:sldId id="289" r:id="rId37"/>
    <p:sldId id="290" r:id="rId38"/>
    <p:sldId id="291" r:id="rId39"/>
    <p:sldId id="292" r:id="rId40"/>
    <p:sldId id="293" r:id="rId41"/>
    <p:sldId id="294" r:id="rId42"/>
    <p:sldId id="295" r:id="rId43"/>
    <p:sldId id="296" r:id="rId44"/>
    <p:sldId id="297" r:id="rId45"/>
    <p:sldId id="298" r:id="rId46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slide" Target="slides/slide29.xml"/><Relationship Id="rId33" Type="http://schemas.openxmlformats.org/officeDocument/2006/relationships/slide" Target="slides/slide30.xml"/><Relationship Id="rId34" Type="http://schemas.openxmlformats.org/officeDocument/2006/relationships/slide" Target="slides/slide31.xml"/><Relationship Id="rId35" Type="http://schemas.openxmlformats.org/officeDocument/2006/relationships/slide" Target="slides/slide32.xml"/><Relationship Id="rId36" Type="http://schemas.openxmlformats.org/officeDocument/2006/relationships/slide" Target="slides/slide33.xml"/><Relationship Id="rId37" Type="http://schemas.openxmlformats.org/officeDocument/2006/relationships/slide" Target="slides/slide34.xml"/><Relationship Id="rId38" Type="http://schemas.openxmlformats.org/officeDocument/2006/relationships/slide" Target="slides/slide35.xml"/><Relationship Id="rId39" Type="http://schemas.openxmlformats.org/officeDocument/2006/relationships/slide" Target="slides/slide36.xml"/><Relationship Id="rId40" Type="http://schemas.openxmlformats.org/officeDocument/2006/relationships/slide" Target="slides/slide37.xml"/><Relationship Id="rId41" Type="http://schemas.openxmlformats.org/officeDocument/2006/relationships/slide" Target="slides/slide38.xml"/><Relationship Id="rId42" Type="http://schemas.openxmlformats.org/officeDocument/2006/relationships/slide" Target="slides/slide39.xml"/><Relationship Id="rId43" Type="http://schemas.openxmlformats.org/officeDocument/2006/relationships/slide" Target="slides/slide40.xml"/><Relationship Id="rId44" Type="http://schemas.openxmlformats.org/officeDocument/2006/relationships/slide" Target="slides/slide41.xml"/><Relationship Id="rId45" Type="http://schemas.openxmlformats.org/officeDocument/2006/relationships/slide" Target="slides/slide42.xml"/><Relationship Id="rId46" Type="http://schemas.openxmlformats.org/officeDocument/2006/relationships/slide" Target="slides/slide43.xml"/><Relationship Id="rId47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1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fr-FR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Cliquez pour déplacer la diapo</a:t>
            </a:r>
            <a:endParaRPr b="0" lang="fr-FR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1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fr-FR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Cliquez pour modifier le format des notes</a:t>
            </a:r>
            <a:endParaRPr b="0" lang="fr-F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fr-F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&lt;en-tête&gt;</a:t>
            </a:r>
            <a:endParaRPr b="0" lang="fr-F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" name="PlaceHolder 4"/>
          <p:cNvSpPr>
            <a:spLocks noGrp="1"/>
          </p:cNvSpPr>
          <p:nvPr>
            <p:ph type="dt" idx="34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fr-FR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fr-F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&lt;date/heure&gt;</a:t>
            </a:r>
            <a:endParaRPr b="0" lang="fr-F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" name="PlaceHolder 5"/>
          <p:cNvSpPr>
            <a:spLocks noGrp="1"/>
          </p:cNvSpPr>
          <p:nvPr>
            <p:ph type="ftr" idx="35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fr-FR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fr-F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&lt;pied de page&gt;</a:t>
            </a:r>
            <a:endParaRPr b="0" lang="fr-F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" name="PlaceHolder 6"/>
          <p:cNvSpPr>
            <a:spLocks noGrp="1"/>
          </p:cNvSpPr>
          <p:nvPr>
            <p:ph type="sldNum" idx="36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fr-FR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24182207-AAA1-4D7D-A1C3-95DC133202EA}" type="slidenum">
              <a:rPr b="0" lang="fr-F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&lt;numéro&gt;</a:t>
            </a:fld>
            <a:endParaRPr b="0" lang="fr-F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1.xml.rels><?xml version="1.0" encoding="UTF-8"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
</Relationships>
</file>

<file path=ppt/notesSlides/_rels/notesSlide22.xml.rels><?xml version="1.0" encoding="UTF-8"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
</Relationships>
</file>

<file path=ppt/notesSlides/_rels/notesSlide25.xml.rels><?xml version="1.0" encoding="UTF-8"?>
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
</Relationships>
</file>

<file path=ppt/notesSlides/_rels/notesSlide26.xml.rels><?xml version="1.0" encoding="UTF-8"?>
<Relationships xmlns="http://schemas.openxmlformats.org/package/2006/relationships"><Relationship Id="rId1" Type="http://schemas.openxmlformats.org/officeDocument/2006/relationships/slide" Target="../slides/slide26.xml"/><Relationship Id="rId2" Type="http://schemas.openxmlformats.org/officeDocument/2006/relationships/notesMaster" Target="../notesMasters/notesMaster1.xml"/>
</Relationships>
</file>

<file path=ppt/notesSlides/_rels/notesSlide27.xml.rels><?xml version="1.0" encoding="UTF-8"?>
<Relationships xmlns="http://schemas.openxmlformats.org/package/2006/relationships"><Relationship Id="rId1" Type="http://schemas.openxmlformats.org/officeDocument/2006/relationships/slide" Target="../slides/slide27.xml"/><Relationship Id="rId2" Type="http://schemas.openxmlformats.org/officeDocument/2006/relationships/notesMaster" Target="../notesMasters/notesMaster1.xml"/>
</Relationships>
</file>

<file path=ppt/notesSlides/_rels/notesSlide30.xml.rels><?xml version="1.0" encoding="UTF-8"?>
<Relationships xmlns="http://schemas.openxmlformats.org/package/2006/relationships"><Relationship Id="rId1" Type="http://schemas.openxmlformats.org/officeDocument/2006/relationships/slide" Target="../slides/slide30.xml"/><Relationship Id="rId2" Type="http://schemas.openxmlformats.org/officeDocument/2006/relationships/notesMaster" Target="../notesMasters/notesMaster1.xml"/>
</Relationships>
</file>

<file path=ppt/notesSlides/_rels/notesSlide31.xml.rels><?xml version="1.0" encoding="UTF-8"?>
<Relationships xmlns="http://schemas.openxmlformats.org/package/2006/relationships"><Relationship Id="rId1" Type="http://schemas.openxmlformats.org/officeDocument/2006/relationships/slide" Target="../slides/slide31.xml"/><Relationship Id="rId2" Type="http://schemas.openxmlformats.org/officeDocument/2006/relationships/notesMaster" Target="../notesMasters/notesMaster1.xml"/>
</Relationships>
</file>

<file path=ppt/notesSlides/_rels/notesSlide32.xml.rels><?xml version="1.0" encoding="UTF-8"?>
<Relationships xmlns="http://schemas.openxmlformats.org/package/2006/relationships"><Relationship Id="rId1" Type="http://schemas.openxmlformats.org/officeDocument/2006/relationships/slide" Target="../slides/slide32.xml"/><Relationship Id="rId2" Type="http://schemas.openxmlformats.org/officeDocument/2006/relationships/notesMaster" Target="../notesMasters/notesMaster1.xml"/>
</Relationships>
</file>

<file path=ppt/notesSlides/_rels/notesSlide34.xml.rels><?xml version="1.0" encoding="UTF-8"?>
<Relationships xmlns="http://schemas.openxmlformats.org/package/2006/relationships"><Relationship Id="rId1" Type="http://schemas.openxmlformats.org/officeDocument/2006/relationships/slide" Target="../slides/slide34.xml"/><Relationship Id="rId2" Type="http://schemas.openxmlformats.org/officeDocument/2006/relationships/notesMaster" Target="../notesMasters/notesMaster1.xml"/>
</Relationships>
</file>

<file path=ppt/notesSlides/_rels/notesSlide35.xml.rels><?xml version="1.0" encoding="UTF-8"?>
<Relationships xmlns="http://schemas.openxmlformats.org/package/2006/relationships"><Relationship Id="rId1" Type="http://schemas.openxmlformats.org/officeDocument/2006/relationships/slide" Target="../slides/slide35.xml"/><Relationship Id="rId2" Type="http://schemas.openxmlformats.org/officeDocument/2006/relationships/notesMaster" Target="../notesMasters/notesMaster1.xml"/>
</Relationships>
</file>

<file path=ppt/notesSlides/_rels/notesSlide40.xml.rels><?xml version="1.0" encoding="UTF-8"?>
<Relationships xmlns="http://schemas.openxmlformats.org/package/2006/relationships"><Relationship Id="rId1" Type="http://schemas.openxmlformats.org/officeDocument/2006/relationships/slide" Target="../slides/slide40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6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8" name="PlaceHolder 3"/>
          <p:cNvSpPr>
            <a:spLocks noGrp="1"/>
          </p:cNvSpPr>
          <p:nvPr>
            <p:ph type="sldNum" idx="3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fr-FR" sz="12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34123E4C-713E-47CA-B80B-2666B6560C59}" type="slidenum">
              <a:rPr b="0" lang="fr-FR" sz="12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&lt;numéro&gt;</a:t>
            </a:fld>
            <a:endParaRPr b="0" lang="fr-F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7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100000"/>
              </a:lnSpc>
              <a:buNone/>
            </a:pPr>
            <a:r>
              <a:rPr b="0" lang="fr-FR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Pénurie Adresse MAC : </a:t>
            </a:r>
            <a:endParaRPr b="0" lang="fr-F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</a:pPr>
            <a:r>
              <a:rPr b="0" lang="fr-FR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6 Octets -&gt; 48 bits -&gt; 2^48 possibilités</a:t>
            </a:r>
            <a:endParaRPr b="0" lang="fr-F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</a:pPr>
            <a:r>
              <a:rPr b="0" lang="fr-FR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48 Bits -&gt; 281 000 milliards d’équipements</a:t>
            </a:r>
            <a:endParaRPr b="0" lang="fr-F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</a:pPr>
            <a:r>
              <a:rPr b="0" lang="fr-FR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   -&gt; 543 000 interfaces / km² sur la terre entière</a:t>
            </a:r>
            <a:endParaRPr b="0" lang="fr-F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</a:pPr>
            <a:r>
              <a:rPr b="0" lang="fr-FR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   -&gt; Surface émergé (128 millions km²) : 2 interfaces / m² de surface émergée</a:t>
            </a:r>
            <a:endParaRPr b="0" lang="fr-F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</a:pPr>
            <a:endParaRPr b="0" lang="fr-F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1" name="PlaceHolder 3"/>
          <p:cNvSpPr>
            <a:spLocks noGrp="1"/>
          </p:cNvSpPr>
          <p:nvPr>
            <p:ph type="sldNum" idx="3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fr-FR" sz="12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0E598270-EA00-483B-8EB5-155D63C8BDC8}" type="slidenum">
              <a:rPr b="0" lang="fr-FR" sz="12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&lt;numéro&gt;</a:t>
            </a:fld>
            <a:endParaRPr b="0" lang="fr-F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7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100000"/>
              </a:lnSpc>
              <a:buNone/>
            </a:pPr>
            <a:r>
              <a:rPr b="0" lang="fr-FR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10.8.45.8/8 : </a:t>
            </a:r>
            <a:endParaRPr b="0" lang="fr-F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</a:pPr>
            <a:r>
              <a:rPr b="0" lang="fr-FR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Réseau : 10.0.0.0</a:t>
            </a:r>
            <a:endParaRPr b="0" lang="fr-F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</a:pPr>
            <a:r>
              <a:rPr b="0" lang="fr-FR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Masque 255.0.0.0</a:t>
            </a:r>
            <a:endParaRPr b="0" lang="fr-F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</a:pPr>
            <a:r>
              <a:rPr b="0" lang="fr-FR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Nombre d’équipement = 2 ^24 – 1 = 16 777 216 – 1</a:t>
            </a:r>
            <a:endParaRPr b="0" lang="fr-F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</a:pPr>
            <a:r>
              <a:rPr b="0" lang="fr-FR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Adresse de broadcast 10.255.255.255</a:t>
            </a:r>
            <a:endParaRPr b="0" lang="fr-F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</a:pPr>
            <a:r>
              <a:rPr b="0" lang="fr-FR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Masque / 16 : 255.255.0.0</a:t>
            </a:r>
            <a:endParaRPr b="0" lang="fr-F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4" name="PlaceHolder 3"/>
          <p:cNvSpPr>
            <a:spLocks noGrp="1"/>
          </p:cNvSpPr>
          <p:nvPr>
            <p:ph type="sldNum" idx="3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fr-FR" sz="12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7867372F-9637-4246-9A24-729EF9837B55}" type="slidenum">
              <a:rPr b="0" lang="fr-FR" sz="12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&lt;numéro&gt;</a:t>
            </a:fld>
            <a:endParaRPr b="0" lang="fr-F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7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7" name="PlaceHolder 3"/>
          <p:cNvSpPr>
            <a:spLocks noGrp="1"/>
          </p:cNvSpPr>
          <p:nvPr>
            <p:ph type="sldNum" idx="4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fr-FR" sz="12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3A8E7EB4-584D-4182-B6BD-3F4834ACD398}" type="slidenum">
              <a:rPr b="0" lang="fr-FR" sz="12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&lt;numéro&gt;</a:t>
            </a:fld>
            <a:endParaRPr b="0" lang="fr-F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7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0" name="PlaceHolder 3"/>
          <p:cNvSpPr>
            <a:spLocks noGrp="1"/>
          </p:cNvSpPr>
          <p:nvPr>
            <p:ph type="sldNum" idx="4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fr-FR" sz="12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D93EAA0A-B79A-4788-B5C4-C341B3257777}" type="slidenum">
              <a:rPr b="0" lang="fr-FR" sz="12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&lt;numéro&gt;</a:t>
            </a:fld>
            <a:endParaRPr b="0" lang="fr-F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8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100000"/>
              </a:lnSpc>
              <a:buNone/>
            </a:pPr>
            <a:r>
              <a:rPr b="0" lang="fr-FR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On voit dans quelque slides pourquoi il faut économiser les adresses IP publiques</a:t>
            </a:r>
            <a:endParaRPr b="0" lang="fr-F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3" name="PlaceHolder 3"/>
          <p:cNvSpPr>
            <a:spLocks noGrp="1"/>
          </p:cNvSpPr>
          <p:nvPr>
            <p:ph type="sldNum" idx="4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fr-FR" sz="12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0AB7A5D5-6C4E-4E7B-910C-650E81BFE070}" type="slidenum">
              <a:rPr b="0" lang="fr-FR" sz="12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&lt;numéro&gt;</a:t>
            </a:fld>
            <a:endParaRPr b="0" lang="fr-F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8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6" name="PlaceHolder 3"/>
          <p:cNvSpPr>
            <a:spLocks noGrp="1"/>
          </p:cNvSpPr>
          <p:nvPr>
            <p:ph type="sldNum" idx="4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fr-FR" sz="12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F9C05C0C-8607-4B87-8A00-6E8F538D37BB}" type="slidenum">
              <a:rPr b="0" lang="fr-FR" sz="12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&lt;numéro&gt;</a:t>
            </a:fld>
            <a:endParaRPr b="0" lang="fr-F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8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9" name="PlaceHolder 3"/>
          <p:cNvSpPr>
            <a:spLocks noGrp="1"/>
          </p:cNvSpPr>
          <p:nvPr>
            <p:ph type="sldNum" idx="4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fr-FR" sz="12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D04239EC-78A9-46AF-9365-470640430B87}" type="slidenum">
              <a:rPr b="0" lang="fr-FR" sz="12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&lt;numéro&gt;</a:t>
            </a:fld>
            <a:endParaRPr b="0" lang="fr-F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9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2" name="PlaceHolder 3"/>
          <p:cNvSpPr>
            <a:spLocks noGrp="1"/>
          </p:cNvSpPr>
          <p:nvPr>
            <p:ph type="sldNum" idx="4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fr-FR" sz="12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90B25C20-73EE-4F7C-A695-78EC700EEA29}" type="slidenum">
              <a:rPr b="0" lang="fr-FR" sz="12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&lt;numéro&gt;</a:t>
            </a:fld>
            <a:endParaRPr b="0" lang="fr-F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9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5" name="PlaceHolder 3"/>
          <p:cNvSpPr>
            <a:spLocks noGrp="1"/>
          </p:cNvSpPr>
          <p:nvPr>
            <p:ph type="sldNum" idx="4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fr-FR" sz="12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1000146B-44BB-4A3A-92A2-8DE1365441F8}" type="slidenum">
              <a:rPr b="0" lang="fr-FR" sz="12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&lt;numéro&gt;</a:t>
            </a:fld>
            <a:endParaRPr b="0" lang="fr-F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9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100000"/>
              </a:lnSpc>
              <a:buNone/>
            </a:pPr>
            <a:r>
              <a:rPr b="0" lang="fr-FR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Tous les équipements n’ont pas besoin d’avoir accès à internet en même temps.</a:t>
            </a:r>
            <a:endParaRPr b="0" lang="fr-F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</a:pPr>
            <a:r>
              <a:rPr b="0" lang="fr-FR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Seuls les équipements actifs utilisent une adresse IP publique</a:t>
            </a:r>
            <a:endParaRPr b="0" lang="fr-F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</a:pPr>
            <a:r>
              <a:rPr b="0" lang="fr-FR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Le routeur réalise l’allocation de façon dynamique</a:t>
            </a:r>
            <a:endParaRPr b="0" lang="fr-F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</a:pPr>
            <a:r>
              <a:rPr b="0" lang="fr-FR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Il remplace dans les trames IP l’adresse source par une adresse publique</a:t>
            </a:r>
            <a:endParaRPr b="0" lang="fr-F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8" name="PlaceHolder 3"/>
          <p:cNvSpPr>
            <a:spLocks noGrp="1"/>
          </p:cNvSpPr>
          <p:nvPr>
            <p:ph type="sldNum" idx="4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fr-FR" sz="12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48E5981C-2B58-4A1B-A2C7-4E03C31B077A}" type="slidenum">
              <a:rPr b="0" lang="fr-FR" sz="12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&lt;numéro&gt;</a:t>
            </a:fld>
            <a:endParaRPr b="0" lang="fr-F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100000"/>
              </a:lnSpc>
              <a:buNone/>
            </a:pPr>
            <a:r>
              <a:rPr b="0" lang="fr-FR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Tous les équipements n’ont pas besoin d’avoir accès à internet en même temps.</a:t>
            </a:r>
            <a:endParaRPr b="0" lang="fr-F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</a:pPr>
            <a:r>
              <a:rPr b="0" lang="fr-FR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Seuls les équipements actifs utilisent une adresse IP publique</a:t>
            </a:r>
            <a:endParaRPr b="0" lang="fr-F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</a:pPr>
            <a:r>
              <a:rPr b="0" lang="fr-FR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Le routeur réalise l’allocation de façon dynamique</a:t>
            </a:r>
            <a:endParaRPr b="0" lang="fr-F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</a:pPr>
            <a:r>
              <a:rPr b="0" lang="fr-FR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Il remplace dans les trames IP l’adresse source par une adresse publique</a:t>
            </a:r>
            <a:endParaRPr b="0" lang="fr-F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1" name="PlaceHolder 3"/>
          <p:cNvSpPr>
            <a:spLocks noGrp="1"/>
          </p:cNvSpPr>
          <p:nvPr>
            <p:ph type="sldNum" idx="4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fr-FR" sz="12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4D66D67B-B7FD-4F5F-A9C3-74A5E4EAEC03}" type="slidenum">
              <a:rPr b="0" lang="fr-FR" sz="12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&lt;numéro&gt;</a:t>
            </a:fld>
            <a:endParaRPr b="0" lang="fr-F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0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100000"/>
              </a:lnSpc>
              <a:buNone/>
            </a:pPr>
            <a:r>
              <a:rPr b="0" lang="fr-FR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Cas classique des box Internet</a:t>
            </a:r>
            <a:endParaRPr b="0" lang="fr-F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</a:pPr>
            <a:r>
              <a:rPr b="0" lang="fr-FR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Avantage en terme de sécurité</a:t>
            </a:r>
            <a:endParaRPr b="0" lang="fr-F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4" name="PlaceHolder 3"/>
          <p:cNvSpPr>
            <a:spLocks noGrp="1"/>
          </p:cNvSpPr>
          <p:nvPr>
            <p:ph type="sldNum" idx="4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fr-FR" sz="12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78333039-C418-417E-8845-CF8450B4905F}" type="slidenum">
              <a:rPr b="0" lang="fr-FR" sz="12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&lt;numéro&gt;</a:t>
            </a:fld>
            <a:endParaRPr b="0" lang="fr-F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0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100000"/>
              </a:lnSpc>
              <a:buNone/>
            </a:pPr>
            <a:r>
              <a:rPr b="0" lang="fr-FR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Cas classique des box Internet</a:t>
            </a:r>
            <a:endParaRPr b="0" lang="fr-F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</a:pPr>
            <a:r>
              <a:rPr b="0" lang="fr-FR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Avantage en terme de sécurité</a:t>
            </a:r>
            <a:endParaRPr b="0" lang="fr-F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7" name="PlaceHolder 3"/>
          <p:cNvSpPr>
            <a:spLocks noGrp="1"/>
          </p:cNvSpPr>
          <p:nvPr>
            <p:ph type="sldNum" idx="5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fr-FR" sz="12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683E2F8E-15EC-47EE-9DE6-9AB793C312DD}" type="slidenum">
              <a:rPr b="0" lang="fr-FR" sz="12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&lt;numéro&gt;</a:t>
            </a:fld>
            <a:endParaRPr b="0" lang="fr-F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0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0" name="PlaceHolder 3"/>
          <p:cNvSpPr>
            <a:spLocks noGrp="1"/>
          </p:cNvSpPr>
          <p:nvPr>
            <p:ph type="sldNum" idx="5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fr-FR" sz="12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59001A7E-9F6A-4A9B-A453-33D45134AF34}" type="slidenum">
              <a:rPr b="0" lang="fr-FR" sz="12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&lt;numéro&gt;</a:t>
            </a:fld>
            <a:endParaRPr b="0" lang="fr-F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1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100000"/>
              </a:lnSpc>
              <a:buNone/>
            </a:pPr>
            <a:r>
              <a:rPr b="0" lang="fr-FR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Plus de PAT/NAT : Problème de sécurité</a:t>
            </a:r>
            <a:endParaRPr b="0" lang="fr-F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</a:pPr>
            <a:r>
              <a:rPr b="0" lang="fr-FR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Description d’une architecture avec la box, filtrage par la box, filtrage a faire par l’ordinateur / capteur</a:t>
            </a:r>
            <a:endParaRPr b="0" lang="fr-F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3" name="PlaceHolder 3"/>
          <p:cNvSpPr>
            <a:spLocks noGrp="1"/>
          </p:cNvSpPr>
          <p:nvPr>
            <p:ph type="sldNum" idx="5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fr-FR" sz="12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3942CCC0-28A3-4B73-8D6F-0BC1D0D12B6E}" type="slidenum">
              <a:rPr b="0" lang="fr-FR" sz="12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&lt;numéro&gt;</a:t>
            </a:fld>
            <a:endParaRPr b="0" lang="fr-F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1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100000"/>
              </a:lnSpc>
              <a:buNone/>
            </a:pPr>
            <a:r>
              <a:rPr b="0" lang="fr-FR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Quels sont les protocoles que vous connaissez ?</a:t>
            </a:r>
            <a:endParaRPr b="0" lang="fr-F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6" name="PlaceHolder 3"/>
          <p:cNvSpPr>
            <a:spLocks noGrp="1"/>
          </p:cNvSpPr>
          <p:nvPr>
            <p:ph type="sldNum" idx="5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fr-FR" sz="12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C88AB422-D000-4A74-B43B-EE4D3399C082}" type="slidenum">
              <a:rPr b="0" lang="fr-FR" sz="12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&lt;numéro&gt;</a:t>
            </a:fld>
            <a:endParaRPr b="0" lang="fr-F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1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9" name="PlaceHolder 3"/>
          <p:cNvSpPr>
            <a:spLocks noGrp="1"/>
          </p:cNvSpPr>
          <p:nvPr>
            <p:ph type="sldNum" idx="5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fr-FR" sz="12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D24FE17C-DEAE-48FC-9B62-9C6BB385EE81}" type="slidenum">
              <a:rPr b="0" lang="fr-FR" sz="12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&lt;numéro&gt;</a:t>
            </a:fld>
            <a:endParaRPr b="0" lang="fr-F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2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100000"/>
              </a:lnSpc>
              <a:buNone/>
            </a:pPr>
            <a:r>
              <a:rPr b="0" lang="fr-FR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https://sitelec.org/cours/caleca/ftp/les_bases.htm</a:t>
            </a:r>
            <a:endParaRPr b="0" lang="fr-F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</a:pPr>
            <a:r>
              <a:rPr b="0" lang="fr-FR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Quelque commandes :</a:t>
            </a:r>
            <a:endParaRPr b="0" lang="fr-F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</a:pPr>
            <a:r>
              <a:rPr b="0" lang="fr-FR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USER  user</a:t>
            </a:r>
            <a:endParaRPr b="0" lang="fr-F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</a:pPr>
            <a:r>
              <a:rPr b="0" lang="fr-FR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PASS mot de passe</a:t>
            </a:r>
            <a:endParaRPr b="0" lang="fr-F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</a:pPr>
            <a:r>
              <a:rPr b="0" lang="fr-FR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PWD : Print Working Directory (donne / quand on est la racine)</a:t>
            </a:r>
            <a:endParaRPr b="0" lang="fr-F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</a:pPr>
            <a:r>
              <a:rPr b="0" lang="fr-FR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LIST : LS</a:t>
            </a:r>
            <a:endParaRPr b="0" lang="fr-F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2" name="PlaceHolder 3"/>
          <p:cNvSpPr>
            <a:spLocks noGrp="1"/>
          </p:cNvSpPr>
          <p:nvPr>
            <p:ph type="sldNum" idx="5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fr-FR" sz="12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03E53FFF-79C2-4A69-BDE0-703D443946F4}" type="slidenum">
              <a:rPr b="0" lang="fr-FR" sz="12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&lt;numéro&gt;</a:t>
            </a:fld>
            <a:endParaRPr b="0" lang="fr-F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2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100000"/>
              </a:lnSpc>
              <a:buNone/>
            </a:pPr>
            <a:r>
              <a:rPr b="0" lang="fr-FR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Reverse SSH : schéma au tableau</a:t>
            </a:r>
            <a:endParaRPr b="0" lang="fr-F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5" name="PlaceHolder 3"/>
          <p:cNvSpPr>
            <a:spLocks noGrp="1"/>
          </p:cNvSpPr>
          <p:nvPr>
            <p:ph type="sldNum" idx="5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fr-FR" sz="12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450237C3-6D06-461A-B640-CF1E866219EF}" type="slidenum">
              <a:rPr b="0" lang="fr-FR" sz="12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&lt;numéro&gt;</a:t>
            </a:fld>
            <a:endParaRPr b="0" lang="fr-F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2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100000"/>
              </a:lnSpc>
              <a:buNone/>
            </a:pPr>
            <a:r>
              <a:rPr b="0" lang="fr-FR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https://azurplus.fr/a-quoi-sert-exactement-une-adresse-mac/</a:t>
            </a:r>
            <a:endParaRPr b="0" lang="fr-F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8" name="PlaceHolder 3"/>
          <p:cNvSpPr>
            <a:spLocks noGrp="1"/>
          </p:cNvSpPr>
          <p:nvPr>
            <p:ph type="sldNum" idx="5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fr-FR" sz="12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C4677A87-5DE1-43BF-86D2-B55D835AAFCA}" type="slidenum">
              <a:rPr b="0" lang="fr-FR" sz="12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&lt;numéro&gt;</a:t>
            </a:fld>
            <a:endParaRPr b="0" lang="fr-F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3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100000"/>
              </a:lnSpc>
              <a:buNone/>
            </a:pPr>
            <a:r>
              <a:rPr b="0" lang="fr-FR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https://azurplus.fr/a-quoi-sert-exactement-une-adresse-mac/</a:t>
            </a:r>
            <a:endParaRPr b="0" lang="fr-F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1" name="PlaceHolder 3"/>
          <p:cNvSpPr>
            <a:spLocks noGrp="1"/>
          </p:cNvSpPr>
          <p:nvPr>
            <p:ph type="sldNum" idx="5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fr-FR" sz="12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0EEE402D-F437-4B21-BDE6-76234FBD7F1C}" type="slidenum">
              <a:rPr b="0" lang="fr-FR" sz="12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&lt;numéro&gt;</a:t>
            </a:fld>
            <a:endParaRPr b="0" lang="fr-F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3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Est-ce que ça vous aurait intéressé de sertir des câbmes ?</a:t>
            </a:r>
            <a:endParaRPr b="0" lang="fr-F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endParaRPr b="0" lang="fr-F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4" name="PlaceHolder 3"/>
          <p:cNvSpPr>
            <a:spLocks noGrp="1"/>
          </p:cNvSpPr>
          <p:nvPr>
            <p:ph type="sldNum" idx="5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fr-FR" sz="12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AD6ECF6F-BF2C-4C40-BCDA-CD574244F65E}" type="slidenum">
              <a:rPr b="0" lang="fr-FR" sz="12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&lt;numéro&gt;</a:t>
            </a:fld>
            <a:endParaRPr b="0" lang="fr-F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3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Utilisation d’une boite de chicoré : 200m</a:t>
            </a:r>
            <a:endParaRPr b="0" lang="fr-F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endParaRPr b="0" lang="fr-F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7" name="PlaceHolder 3"/>
          <p:cNvSpPr>
            <a:spLocks noGrp="1"/>
          </p:cNvSpPr>
          <p:nvPr>
            <p:ph type="sldNum" idx="6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fr-FR" sz="12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985486D6-49BF-44C6-AE9B-9A1FFE8E2E6B}" type="slidenum">
              <a:rPr b="0" lang="fr-FR" sz="12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&lt;numéro&gt;</a:t>
            </a:fld>
            <a:endParaRPr b="0" lang="fr-F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3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100000"/>
              </a:lnSpc>
              <a:buNone/>
            </a:pPr>
            <a:r>
              <a:rPr b="0" lang="fr-FR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Très utilisé ! Notamment pour relier des antennes 4G qui sont trop loin du réseau fibre</a:t>
            </a:r>
            <a:endParaRPr b="0" lang="fr-F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</a:pPr>
            <a:r>
              <a:rPr b="0" lang="fr-FR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EDF : Barrage relié en point à point</a:t>
            </a:r>
            <a:endParaRPr b="0" lang="fr-F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0" name="PlaceHolder 3"/>
          <p:cNvSpPr>
            <a:spLocks noGrp="1"/>
          </p:cNvSpPr>
          <p:nvPr>
            <p:ph type="sldNum" idx="6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fr-FR" sz="12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53D54605-47A0-4F63-BE70-80EA3E0E5B26}" type="slidenum">
              <a:rPr b="0" lang="fr-FR" sz="12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&lt;numéro&gt;</a:t>
            </a:fld>
            <a:endParaRPr b="0" lang="fr-F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iapositive de titr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algn="ctr" defTabSz="914400">
              <a:lnSpc>
                <a:spcPct val="90000"/>
              </a:lnSpc>
              <a:buNone/>
            </a:pPr>
            <a:r>
              <a:rPr b="0" lang="fr-FR" sz="60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Modifiez le style du titre</a:t>
            </a:r>
            <a:endParaRPr b="0" lang="fr-FR" sz="6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dt" idx="1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fr-FR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fr-FR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b="0" lang="fr-F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fr-FR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fr-F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b="0" lang="fr-F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fr-FR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7567985-FBF3-405D-80FF-244D796B97FA}" type="slidenum">
              <a:rPr b="0" lang="fr-FR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3</a:t>
            </a:fld>
            <a:endParaRPr b="0" lang="fr-F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Cliquez pour éditer le format du plan de texte</a:t>
            </a:r>
            <a:endParaRPr b="0" lang="fr-FR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niveau de plan</a:t>
            </a:r>
            <a:endParaRPr b="0" lang="fr-FR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Troisième niveau de plan</a:t>
            </a:r>
            <a:endParaRPr b="0" lang="fr-FR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Quatrième niveau de plan</a:t>
            </a:r>
            <a:endParaRPr b="0" lang="fr-FR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Cinquième niveau de plan</a:t>
            </a:r>
            <a:endParaRPr b="0" lang="fr-FR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Sixième niveau de plan</a:t>
            </a:r>
            <a:endParaRPr b="0" lang="fr-FR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Septième niveau de plan</a:t>
            </a:r>
            <a:endParaRPr b="0" lang="fr-FR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re et texte vertical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fr-FR" sz="44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Modifiez le style du titre</a:t>
            </a:r>
            <a:endParaRPr b="0" lang="fr-FR" sz="4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Cliquez pour modifier les styles du texte du masque</a:t>
            </a:r>
            <a:endParaRPr b="0" lang="fr-FR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Deuxième niveau</a:t>
            </a:r>
            <a:endParaRPr b="0" lang="fr-FR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Troisième niveau</a:t>
            </a:r>
            <a:endParaRPr b="0" lang="fr-FR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Quatrième niveau</a:t>
            </a:r>
            <a:endParaRPr b="0" lang="fr-FR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Cinquième niveau</a:t>
            </a:r>
            <a:endParaRPr b="0" lang="fr-FR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dt" idx="4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fr-FR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fr-FR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&lt;date/heure&gt;</a:t>
            </a:r>
            <a:endParaRPr b="0" lang="fr-F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ftr" idx="5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fr-FR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fr-F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&lt;pied de page&gt;</a:t>
            </a:r>
            <a:endParaRPr b="0" lang="fr-F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sldNum" idx="6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fr-FR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9CA52FE-ED45-4CB6-871D-F68656E8454B}" type="slidenum">
              <a:rPr b="0" lang="fr-FR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&lt;numéro&gt;</a:t>
            </a:fld>
            <a:endParaRPr b="0" lang="fr-F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Titre vertical et text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8724960" y="365040"/>
            <a:ext cx="2628720" cy="5811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fr-FR" sz="44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Modifiez le style du titre</a:t>
            </a:r>
            <a:endParaRPr b="0" lang="fr-FR" sz="4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838080" y="365040"/>
            <a:ext cx="7733880" cy="5811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Cliquez pour modifier les styles du texte du masque</a:t>
            </a:r>
            <a:endParaRPr b="0" lang="fr-FR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Deuxième niveau</a:t>
            </a:r>
            <a:endParaRPr b="0" lang="fr-FR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Troisième niveau</a:t>
            </a:r>
            <a:endParaRPr b="0" lang="fr-FR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Quatrième niveau</a:t>
            </a:r>
            <a:endParaRPr b="0" lang="fr-FR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Cinquième niveau</a:t>
            </a:r>
            <a:endParaRPr b="0" lang="fr-FR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dt" idx="7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fr-FR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fr-FR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&lt;date/heure&gt;</a:t>
            </a:r>
            <a:endParaRPr b="0" lang="fr-F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ftr" idx="8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fr-FR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fr-F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&lt;pied de page&gt;</a:t>
            </a:r>
            <a:endParaRPr b="0" lang="fr-F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5"/>
          <p:cNvSpPr>
            <a:spLocks noGrp="1"/>
          </p:cNvSpPr>
          <p:nvPr>
            <p:ph type="sldNum" idx="9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fr-FR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5A43D13-18B0-44C9-BAE3-CE927242043A}" type="slidenum">
              <a:rPr b="0" lang="fr-FR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&lt;numéro&gt;</a:t>
            </a:fld>
            <a:endParaRPr b="0" lang="fr-F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re et contenu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fr-FR" sz="44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Modifiez le style du titre</a:t>
            </a:r>
            <a:endParaRPr b="0" lang="fr-FR" sz="4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Cliquez pour modifier les styles du texte du masque</a:t>
            </a:r>
            <a:endParaRPr b="0" lang="fr-FR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Deuxième niveau</a:t>
            </a:r>
            <a:endParaRPr b="0" lang="fr-FR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Troisième niveau</a:t>
            </a:r>
            <a:endParaRPr b="0" lang="fr-FR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Quatrième niveau</a:t>
            </a:r>
            <a:endParaRPr b="0" lang="fr-FR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Cinquième niveau</a:t>
            </a:r>
            <a:endParaRPr b="0" lang="fr-FR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 type="dt" idx="10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fr-FR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fr-FR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&lt;date/heure&gt;</a:t>
            </a:r>
            <a:endParaRPr b="0" lang="fr-F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 type="ftr" idx="11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fr-FR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fr-F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&lt;pied de page&gt;</a:t>
            </a:r>
            <a:endParaRPr b="0" lang="fr-F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5"/>
          <p:cNvSpPr>
            <a:spLocks noGrp="1"/>
          </p:cNvSpPr>
          <p:nvPr>
            <p:ph type="sldNum" idx="12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fr-FR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5C9BA2B-A869-465C-BE70-62EE6C6ADDE3}" type="slidenum">
              <a:rPr b="0" lang="fr-FR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&lt;numéro&gt;</a:t>
            </a:fld>
            <a:endParaRPr b="0" lang="fr-F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re de sec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831960" y="1709640"/>
            <a:ext cx="10515240" cy="2852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fr-FR" sz="60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Modifiez le style du titre</a:t>
            </a:r>
            <a:endParaRPr b="0" lang="fr-FR" sz="6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831960" y="4589640"/>
            <a:ext cx="10515240" cy="14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fr-FR" sz="24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Cliquez pour modifier les styles du texte du masque</a:t>
            </a:r>
            <a:endParaRPr b="0" lang="fr-FR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 type="dt" idx="13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fr-FR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fr-FR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&lt;date/heure&gt;</a:t>
            </a:r>
            <a:endParaRPr b="0" lang="fr-F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 type="ftr" idx="14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fr-FR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fr-F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&lt;pied de page&gt;</a:t>
            </a:r>
            <a:endParaRPr b="0" lang="fr-F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PlaceHolder 5"/>
          <p:cNvSpPr>
            <a:spLocks noGrp="1"/>
          </p:cNvSpPr>
          <p:nvPr>
            <p:ph type="sldNum" idx="15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fr-FR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B511AB29-07EA-4043-8333-CE3AE8DA1F99}" type="slidenum">
              <a:rPr b="0" lang="fr-FR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&lt;numéro&gt;</a:t>
            </a:fld>
            <a:endParaRPr b="0" lang="fr-F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Deux contenus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fr-FR" sz="44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Modifiez le style du titre</a:t>
            </a:r>
            <a:endParaRPr b="0" lang="fr-FR" sz="4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518112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Cliquez pour modifier les styles du texte du masque</a:t>
            </a:r>
            <a:endParaRPr b="0" lang="fr-FR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Deuxième niveau</a:t>
            </a:r>
            <a:endParaRPr b="0" lang="fr-FR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Troisième niveau</a:t>
            </a:r>
            <a:endParaRPr b="0" lang="fr-FR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Quatrième niveau</a:t>
            </a:r>
            <a:endParaRPr b="0" lang="fr-FR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Cinquième niveau</a:t>
            </a:r>
            <a:endParaRPr b="0" lang="fr-FR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9" name="PlaceHolder 3"/>
          <p:cNvSpPr>
            <a:spLocks noGrp="1"/>
          </p:cNvSpPr>
          <p:nvPr>
            <p:ph type="body"/>
          </p:nvPr>
        </p:nvSpPr>
        <p:spPr>
          <a:xfrm>
            <a:off x="6172200" y="1825560"/>
            <a:ext cx="518112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Cliquez pour modifier les styles du texte du masque</a:t>
            </a:r>
            <a:endParaRPr b="0" lang="fr-FR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Deuxième niveau</a:t>
            </a:r>
            <a:endParaRPr b="0" lang="fr-FR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Troisième niveau</a:t>
            </a:r>
            <a:endParaRPr b="0" lang="fr-FR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Quatrième niveau</a:t>
            </a:r>
            <a:endParaRPr b="0" lang="fr-FR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Cinquième niveau</a:t>
            </a:r>
            <a:endParaRPr b="0" lang="fr-FR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0" name="PlaceHolder 4"/>
          <p:cNvSpPr>
            <a:spLocks noGrp="1"/>
          </p:cNvSpPr>
          <p:nvPr>
            <p:ph type="dt" idx="16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fr-FR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fr-FR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&lt;date/heure&gt;</a:t>
            </a:r>
            <a:endParaRPr b="0" lang="fr-F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5"/>
          <p:cNvSpPr>
            <a:spLocks noGrp="1"/>
          </p:cNvSpPr>
          <p:nvPr>
            <p:ph type="ftr" idx="17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fr-FR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fr-F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&lt;pied de page&gt;</a:t>
            </a:r>
            <a:endParaRPr b="0" lang="fr-F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PlaceHolder 6"/>
          <p:cNvSpPr>
            <a:spLocks noGrp="1"/>
          </p:cNvSpPr>
          <p:nvPr>
            <p:ph type="sldNum" idx="18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fr-FR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B8824F31-237A-44AE-9D7D-9F5F95C69FA6}" type="slidenum">
              <a:rPr b="0" lang="fr-FR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&lt;numéro&gt;</a:t>
            </a:fld>
            <a:endParaRPr b="0" lang="fr-F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a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8398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fr-FR" sz="44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Modifiez le style du titre</a:t>
            </a:r>
            <a:endParaRPr b="0" lang="fr-FR" sz="4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 type="body"/>
          </p:nvPr>
        </p:nvSpPr>
        <p:spPr>
          <a:xfrm>
            <a:off x="839880" y="1681200"/>
            <a:ext cx="5157360" cy="823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fr-FR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Cliquez pour modifier les styles du texte du masque</a:t>
            </a:r>
            <a:endParaRPr b="0" lang="fr-FR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" name="PlaceHolder 3"/>
          <p:cNvSpPr>
            <a:spLocks noGrp="1"/>
          </p:cNvSpPr>
          <p:nvPr>
            <p:ph type="body"/>
          </p:nvPr>
        </p:nvSpPr>
        <p:spPr>
          <a:xfrm>
            <a:off x="839880" y="2505240"/>
            <a:ext cx="5157360" cy="368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Cliquez pour modifier les styles du texte du masque</a:t>
            </a:r>
            <a:endParaRPr b="0" lang="fr-FR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Deuxième niveau</a:t>
            </a:r>
            <a:endParaRPr b="0" lang="fr-FR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Troisième niveau</a:t>
            </a:r>
            <a:endParaRPr b="0" lang="fr-FR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Quatrième niveau</a:t>
            </a:r>
            <a:endParaRPr b="0" lang="fr-FR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Cinquième niveau</a:t>
            </a:r>
            <a:endParaRPr b="0" lang="fr-FR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6" name="PlaceHolder 4"/>
          <p:cNvSpPr>
            <a:spLocks noGrp="1"/>
          </p:cNvSpPr>
          <p:nvPr>
            <p:ph type="body"/>
          </p:nvPr>
        </p:nvSpPr>
        <p:spPr>
          <a:xfrm>
            <a:off x="6172200" y="1681200"/>
            <a:ext cx="5182920" cy="823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fr-FR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Cliquez pour modifier les styles du texte du masque</a:t>
            </a:r>
            <a:endParaRPr b="0" lang="fr-FR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7" name="PlaceHolder 5"/>
          <p:cNvSpPr>
            <a:spLocks noGrp="1"/>
          </p:cNvSpPr>
          <p:nvPr>
            <p:ph type="body"/>
          </p:nvPr>
        </p:nvSpPr>
        <p:spPr>
          <a:xfrm>
            <a:off x="6172200" y="2505240"/>
            <a:ext cx="5182920" cy="368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Cliquez pour modifier les styles du texte du masque</a:t>
            </a:r>
            <a:endParaRPr b="0" lang="fr-FR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Deuxième niveau</a:t>
            </a:r>
            <a:endParaRPr b="0" lang="fr-FR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Troisième niveau</a:t>
            </a:r>
            <a:endParaRPr b="0" lang="fr-FR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Quatrième niveau</a:t>
            </a:r>
            <a:endParaRPr b="0" lang="fr-FR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Cinquième niveau</a:t>
            </a:r>
            <a:endParaRPr b="0" lang="fr-FR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8" name="PlaceHolder 6"/>
          <p:cNvSpPr>
            <a:spLocks noGrp="1"/>
          </p:cNvSpPr>
          <p:nvPr>
            <p:ph type="dt" idx="19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fr-FR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fr-FR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&lt;date/heure&gt;</a:t>
            </a:r>
            <a:endParaRPr b="0" lang="fr-F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7"/>
          <p:cNvSpPr>
            <a:spLocks noGrp="1"/>
          </p:cNvSpPr>
          <p:nvPr>
            <p:ph type="ftr" idx="20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fr-FR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fr-F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&lt;pied de page&gt;</a:t>
            </a:r>
            <a:endParaRPr b="0" lang="fr-F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" name="PlaceHolder 8"/>
          <p:cNvSpPr>
            <a:spLocks noGrp="1"/>
          </p:cNvSpPr>
          <p:nvPr>
            <p:ph type="sldNum" idx="21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fr-FR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3DFEF78-4996-483A-B338-A44A1937E2CE}" type="slidenum">
              <a:rPr b="0" lang="fr-FR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&lt;numéro&gt;</a:t>
            </a:fld>
            <a:endParaRPr b="0" lang="fr-F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re seul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fr-FR" sz="44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Modifiez le style du titre</a:t>
            </a:r>
            <a:endParaRPr b="0" lang="fr-FR" sz="4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dt" idx="22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fr-FR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fr-FR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&lt;date/heure&gt;</a:t>
            </a:r>
            <a:endParaRPr b="0" lang="fr-F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ftr" idx="23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fr-FR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fr-F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&lt;pied de page&gt;</a:t>
            </a:r>
            <a:endParaRPr b="0" lang="fr-F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sldNum" idx="24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fr-FR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C359165-72F4-4503-911B-21D12E18DC5E}" type="slidenum">
              <a:rPr b="0" lang="fr-FR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&lt;numéro&gt;</a:t>
            </a:fld>
            <a:endParaRPr b="0" lang="fr-F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V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dt" idx="25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fr-FR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fr-FR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&lt;date/heure&gt;</a:t>
            </a:r>
            <a:endParaRPr b="0" lang="fr-F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 type="ftr" idx="26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fr-FR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fr-F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&lt;pied de page&gt;</a:t>
            </a:r>
            <a:endParaRPr b="0" lang="fr-F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3"/>
          <p:cNvSpPr>
            <a:spLocks noGrp="1"/>
          </p:cNvSpPr>
          <p:nvPr>
            <p:ph type="sldNum" idx="27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fr-FR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57979286-DEBB-4755-B8E4-E50AEE004B07}" type="slidenum">
              <a:rPr b="0" lang="fr-FR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&lt;numéro&gt;</a:t>
            </a:fld>
            <a:endParaRPr b="0" lang="fr-F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u avec légen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1920" cy="1599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fr-FR" sz="32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Modifiez le style du titre</a:t>
            </a:r>
            <a:endParaRPr b="0" lang="fr-FR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 type="body"/>
          </p:nvPr>
        </p:nvSpPr>
        <p:spPr>
          <a:xfrm>
            <a:off x="5183280" y="987480"/>
            <a:ext cx="6171840" cy="4873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Cliquez pour modifier les styles du texte du masque</a:t>
            </a:r>
            <a:endParaRPr b="0" lang="fr-FR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Deuxième niveau</a:t>
            </a:r>
            <a:endParaRPr b="0" lang="fr-FR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Troisième niveau</a:t>
            </a:r>
            <a:endParaRPr b="0" lang="fr-FR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Quatrième niveau</a:t>
            </a:r>
            <a:endParaRPr b="0" lang="fr-FR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Cinquième niveau</a:t>
            </a:r>
            <a:endParaRPr b="0" lang="fr-FR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0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1920" cy="3811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fr-FR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Cliquez pour modifier les styles du texte du masque</a:t>
            </a:r>
            <a:endParaRPr b="0" lang="fr-FR" sz="16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" name="PlaceHolder 4"/>
          <p:cNvSpPr>
            <a:spLocks noGrp="1"/>
          </p:cNvSpPr>
          <p:nvPr>
            <p:ph type="dt" idx="28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fr-FR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fr-FR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&lt;date/heure&gt;</a:t>
            </a:r>
            <a:endParaRPr b="0" lang="fr-F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PlaceHolder 5"/>
          <p:cNvSpPr>
            <a:spLocks noGrp="1"/>
          </p:cNvSpPr>
          <p:nvPr>
            <p:ph type="ftr" idx="29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fr-FR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fr-F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&lt;pied de page&gt;</a:t>
            </a:r>
            <a:endParaRPr b="0" lang="fr-F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6"/>
          <p:cNvSpPr>
            <a:spLocks noGrp="1"/>
          </p:cNvSpPr>
          <p:nvPr>
            <p:ph type="sldNum" idx="30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fr-FR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F4219C6-C55B-4B6F-B794-CBB4E45CD80F}" type="slidenum">
              <a:rPr b="0" lang="fr-FR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&lt;numéro&gt;</a:t>
            </a:fld>
            <a:endParaRPr b="0" lang="fr-F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Image avec légen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1920" cy="1599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fr-FR" sz="32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Modifiez le style du titre</a:t>
            </a:r>
            <a:endParaRPr b="0" lang="fr-FR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5" name="PlaceHolder 2"/>
          <p:cNvSpPr>
            <a:spLocks noGrp="1"/>
          </p:cNvSpPr>
          <p:nvPr>
            <p:ph type="body"/>
          </p:nvPr>
        </p:nvSpPr>
        <p:spPr>
          <a:xfrm>
            <a:off x="5183280" y="987480"/>
            <a:ext cx="6171840" cy="4873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Cliquez pour éditer le format du plan de texte</a:t>
            </a:r>
            <a:endParaRPr b="0" lang="fr-FR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niveau de plan</a:t>
            </a:r>
            <a:endParaRPr b="0" lang="fr-FR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Troisième niveau de plan</a:t>
            </a:r>
            <a:endParaRPr b="0" lang="fr-FR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Quatrième niveau de plan</a:t>
            </a:r>
            <a:endParaRPr b="0" lang="fr-FR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Cinquième niveau de plan</a:t>
            </a:r>
            <a:endParaRPr b="0" lang="fr-FR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Sixième niveau de plan</a:t>
            </a:r>
            <a:endParaRPr b="0" lang="fr-FR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Septième niveau de plan</a:t>
            </a:r>
            <a:endParaRPr b="0" lang="fr-FR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1920" cy="3811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fr-FR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Cliquez pour modifier les styles du texte du masque</a:t>
            </a:r>
            <a:endParaRPr b="0" lang="fr-FR" sz="16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7" name="PlaceHolder 4"/>
          <p:cNvSpPr>
            <a:spLocks noGrp="1"/>
          </p:cNvSpPr>
          <p:nvPr>
            <p:ph type="dt" idx="31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fr-FR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fr-FR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&lt;date/heure&gt;</a:t>
            </a:r>
            <a:endParaRPr b="0" lang="fr-F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5"/>
          <p:cNvSpPr>
            <a:spLocks noGrp="1"/>
          </p:cNvSpPr>
          <p:nvPr>
            <p:ph type="ftr" idx="32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fr-FR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fr-F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&lt;pied de page&gt;</a:t>
            </a:r>
            <a:endParaRPr b="0" lang="fr-F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6"/>
          <p:cNvSpPr>
            <a:spLocks noGrp="1"/>
          </p:cNvSpPr>
          <p:nvPr>
            <p:ph type="sldNum" idx="33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fr-FR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2727514-ED26-4D13-9A03-DB9EA81D1155}" type="slidenum">
              <a:rPr b="0" lang="fr-FR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&lt;numéro&gt;</a:t>
            </a:fld>
            <a:endParaRPr b="0" lang="fr-F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hyperlink" Target="mailto:guillaume.rico@alpesmesures.fr" TargetMode="External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4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image" Target="../media/image6.jpeg"/><Relationship Id="rId4" Type="http://schemas.openxmlformats.org/officeDocument/2006/relationships/image" Target="../media/image7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5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8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8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8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8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9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9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0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0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5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1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2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slideLayout" Target="../slideLayouts/slideLayout4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5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4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6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7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7.png"/><Relationship Id="rId3" Type="http://schemas.openxmlformats.org/officeDocument/2006/relationships/slideLayout" Target="../slideLayouts/slideLayout4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8.png"/><Relationship Id="rId3" Type="http://schemas.openxmlformats.org/officeDocument/2006/relationships/slideLayout" Target="../slideLayouts/slideLayout4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0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9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31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0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32.xml"/>
</Relationships>
</file>

<file path=ppt/slides/_rels/slide33.xml.rels><?xml version="1.0" encoding="UTF-8"?>
<Relationships xmlns="http://schemas.openxmlformats.org/package/2006/relationships"><Relationship Id="rId1" Type="http://schemas.openxmlformats.org/officeDocument/2006/relationships/image" Target="../media/image21.png"/><Relationship Id="rId2" Type="http://schemas.openxmlformats.org/officeDocument/2006/relationships/slideLayout" Target="../slideLayouts/slideLayout5.xml"/>
</Relationships>
</file>

<file path=ppt/slides/_rels/slide3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34.xml"/>
</Relationships>
</file>

<file path=ppt/slides/_rels/slide3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5.xml"/>
</Relationships>
</file>

<file path=ppt/slides/_rels/slide36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4.xml"/>
</Relationships>
</file>

<file path=ppt/slides/_rels/slide3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38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3.jpeg"/><Relationship Id="rId3" Type="http://schemas.openxmlformats.org/officeDocument/2006/relationships/slideLayout" Target="../slideLayouts/slideLayout4.xml"/>
</Relationships>
</file>

<file path=ppt/slides/_rels/slide39.xml.rels><?xml version="1.0" encoding="UTF-8"?>
<Relationships xmlns="http://schemas.openxmlformats.org/package/2006/relationships"><Relationship Id="rId1" Type="http://schemas.openxmlformats.org/officeDocument/2006/relationships/hyperlink" Target="https://cyber.gouv.fr/uploads/2018/10/guide_nomadisme_anssi_pa_054_v1.pdf" TargetMode="External"/><Relationship Id="rId2" Type="http://schemas.openxmlformats.org/officeDocument/2006/relationships/hyperlink" Target="https://cyber.gouv.fr/uploads/2012/09/NT_IPsec.pdf" TargetMode="External"/><Relationship Id="rId3" Type="http://schemas.openxmlformats.org/officeDocument/2006/relationships/image" Target="../media/image1.png"/><Relationship Id="rId4" Type="http://schemas.openxmlformats.org/officeDocument/2006/relationships/slideLayout" Target="../slideLayouts/slideLayout4.xml"/>
</Relationships>
</file>

<file path=ppt/slides/_rels/slide40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4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40.xml"/>
</Relationships>
</file>

<file path=ppt/slides/_rels/slide4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5.png"/><Relationship Id="rId3" Type="http://schemas.openxmlformats.org/officeDocument/2006/relationships/slideLayout" Target="../slideLayouts/slideLayout4.xml"/>
</Relationships>
</file>

<file path=ppt/slides/_rels/slide4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43.xml.rels><?xml version="1.0" encoding="UTF-8"?>
<Relationships xmlns="http://schemas.openxmlformats.org/package/2006/relationships"><Relationship Id="rId1" Type="http://schemas.openxmlformats.org/officeDocument/2006/relationships/image" Target="../media/image26.png"/><Relationship Id="rId2" Type="http://schemas.openxmlformats.org/officeDocument/2006/relationships/image" Target="../media/image27.jpeg"/><Relationship Id="rId3" Type="http://schemas.openxmlformats.org/officeDocument/2006/relationships/image" Target="../media/image28.png"/><Relationship Id="rId4" Type="http://schemas.openxmlformats.org/officeDocument/2006/relationships/image" Target="../media/image29.png"/><Relationship Id="rId5" Type="http://schemas.openxmlformats.org/officeDocument/2006/relationships/hyperlink" Target="https://fr.wikihow.com/sertir-un-connecteur-RJ-45" TargetMode="External"/><Relationship Id="rId6" Type="http://schemas.openxmlformats.org/officeDocument/2006/relationships/slideLayout" Target="../slideLayouts/slideLayout4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6" name="Rectangle 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400" cy="685152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7" name="Rectangle 1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60" y="0"/>
            <a:ext cx="12191400" cy="68576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8" name="PlaceHolder 1"/>
          <p:cNvSpPr>
            <a:spLocks noGrp="1"/>
          </p:cNvSpPr>
          <p:nvPr>
            <p:ph type="title"/>
          </p:nvPr>
        </p:nvSpPr>
        <p:spPr>
          <a:xfrm>
            <a:off x="6600240" y="1919160"/>
            <a:ext cx="4978800" cy="1296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fr-FR" sz="4000" strike="noStrike" u="none">
                <a:solidFill>
                  <a:schemeClr val="dk2"/>
                </a:solidFill>
                <a:effectLst/>
                <a:uFillTx/>
                <a:latin typeface="Calibri Light"/>
              </a:rPr>
              <a:t>Réseaux Informatiques</a:t>
            </a:r>
            <a:br>
              <a:rPr sz="4000"/>
            </a:br>
            <a:r>
              <a:rPr b="0" lang="fr-FR" sz="4000" strike="noStrike" u="none">
                <a:solidFill>
                  <a:schemeClr val="dk2"/>
                </a:solidFill>
                <a:effectLst/>
                <a:uFillTx/>
                <a:latin typeface="Calibri Light"/>
              </a:rPr>
              <a:t>CM3</a:t>
            </a:r>
            <a:endParaRPr b="0" lang="fr-FR" sz="4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9" name="PlaceHolder 2"/>
          <p:cNvSpPr>
            <a:spLocks noGrp="1"/>
          </p:cNvSpPr>
          <p:nvPr>
            <p:ph type="subTitle"/>
          </p:nvPr>
        </p:nvSpPr>
        <p:spPr>
          <a:xfrm>
            <a:off x="6590880" y="3429000"/>
            <a:ext cx="4805280" cy="838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 fontScale="70000" lnSpcReduction="19999"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fr-FR" sz="2000" strike="noStrike" u="none">
                <a:solidFill>
                  <a:schemeClr val="dk2"/>
                </a:solidFill>
                <a:effectLst/>
                <a:uFillTx/>
                <a:latin typeface="Calibri"/>
              </a:rPr>
              <a:t>Guillaume Rico</a:t>
            </a:r>
            <a:endParaRPr b="0" lang="fr-F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fr-FR" sz="2000" strike="noStrike" u="sng">
                <a:solidFill>
                  <a:schemeClr val="dk2"/>
                </a:solidFill>
                <a:effectLst/>
                <a:uFillTx/>
                <a:latin typeface="Calibri"/>
                <a:hlinkClick r:id="rId1"/>
              </a:rPr>
              <a:t>guillaume.rico@alpesmesures.fr</a:t>
            </a:r>
            <a:endParaRPr b="0" lang="fr-F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fr-FR" sz="2000" strike="noStrike" u="none">
                <a:solidFill>
                  <a:schemeClr val="dk2"/>
                </a:solidFill>
                <a:effectLst/>
                <a:uFillTx/>
                <a:latin typeface="Calibri"/>
              </a:rPr>
              <a:t>https://github.com/guillaume-rico/reseaux_informatiques.git</a:t>
            </a:r>
            <a:endParaRPr b="0" lang="fr-F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70" name="Group 1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-4680" y="-6120"/>
            <a:ext cx="6238440" cy="6863760"/>
            <a:chOff x="-4680" y="-6120"/>
            <a:chExt cx="6238440" cy="6863760"/>
          </a:xfrm>
        </p:grpSpPr>
        <p:sp>
          <p:nvSpPr>
            <p:cNvPr id="71" name="Freeform: Shape 1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H="1">
              <a:off x="-5040" y="34920"/>
              <a:ext cx="6028200" cy="6816960"/>
            </a:xfrm>
            <a:custGeom>
              <a:avLst/>
              <a:gdLst>
                <a:gd name="textAreaLeft" fmla="*/ -360 w 6028200"/>
                <a:gd name="textAreaRight" fmla="*/ 6028200 w 6028200"/>
                <a:gd name="textAreaTop" fmla="*/ 0 h 6816960"/>
                <a:gd name="textAreaBottom" fmla="*/ 6817320 h 6816960"/>
                <a:gd name="GluePoint1X" fmla="*/ 6028697 w 6028697"/>
                <a:gd name="GluePoint1Y" fmla="*/ 6155323 h 6817170"/>
                <a:gd name="GluePoint2X" fmla="*/ 6028697 w 6028697"/>
                <a:gd name="GluePoint2Y" fmla="*/ 6817170 h 6817170"/>
                <a:gd name="GluePoint3X" fmla="*/ 5157862 w 6028697"/>
                <a:gd name="GluePoint3Y" fmla="*/ 6817170 h 6817170"/>
                <a:gd name="GluePoint4X" fmla="*/ 5347156 w 6028697"/>
                <a:gd name="GluePoint4Y" fmla="*/ 6687553 h 6817170"/>
                <a:gd name="GluePoint5X" fmla="*/ 5487470 w 6028697"/>
                <a:gd name="GluePoint5Y" fmla="*/ 6581714 h 6817170"/>
                <a:gd name="GluePoint6X" fmla="*/ 5627642 w 6028697"/>
                <a:gd name="GluePoint6Y" fmla="*/ 6472328 h 6817170"/>
                <a:gd name="GluePoint7X" fmla="*/ 5911392 w 6028697"/>
                <a:gd name="GluePoint7Y" fmla="*/ 6245328 h 6817170"/>
                <a:gd name="GluePoint8X" fmla="*/ 4481066 w 6028697"/>
                <a:gd name="GluePoint8Y" fmla="*/ 478 h 6817170"/>
                <a:gd name="GluePoint9X" fmla="*/ 4672258 w 6028697"/>
                <a:gd name="GluePoint9Y" fmla="*/ 7519 h 6817170"/>
                <a:gd name="GluePoint10X" fmla="*/ 5429869 w 6028697"/>
                <a:gd name="GluePoint10Y" fmla="*/ 125134 h 6817170"/>
                <a:gd name="GluePoint11X" fmla="*/ 5976319 w 6028697"/>
                <a:gd name="GluePoint11Y" fmla="*/ 314893 h 6817170"/>
                <a:gd name="GluePoint12X" fmla="*/ 6028697 w 6028697"/>
                <a:gd name="GluePoint12Y" fmla="*/ 339901 h 6817170"/>
                <a:gd name="GluePoint13X" fmla="*/ 6028697 w 6028697"/>
                <a:gd name="GluePoint13Y" fmla="*/ 732458 h 6817170"/>
                <a:gd name="GluePoint14X" fmla="*/ 5990985 w 6028697"/>
                <a:gd name="GluePoint14Y" fmla="*/ 712211 h 6817170"/>
                <a:gd name="GluePoint15X" fmla="*/ 5341339 w 6028697"/>
                <a:gd name="GluePoint15Y" fmla="*/ 475281 h 6817170"/>
                <a:gd name="GluePoint16X" fmla="*/ 4651969 w 6028697"/>
                <a:gd name="GluePoint16Y" fmla="*/ 377104 h 6817170"/>
                <a:gd name="GluePoint17X" fmla="*/ 3953093 w 6028697"/>
                <a:gd name="GluePoint17Y" fmla="*/ 402498 h 6817170"/>
                <a:gd name="GluePoint18X" fmla="*/ 3267413 w 6028697"/>
                <a:gd name="GluePoint18Y" fmla="*/ 546643 h 6817170"/>
                <a:gd name="GluePoint19X" fmla="*/ 1439498 w 6028697"/>
                <a:gd name="GluePoint19Y" fmla="*/ 1568141 h 6817170"/>
                <a:gd name="GluePoint20X" fmla="*/ 960671 w 6028697"/>
                <a:gd name="GluePoint20Y" fmla="*/ 2082013 h 6817170"/>
                <a:gd name="GluePoint21X" fmla="*/ 581866 w 6028697"/>
                <a:gd name="GluePoint21Y" fmla="*/ 2672638 h 6817170"/>
                <a:gd name="GluePoint22X" fmla="*/ 324789 w 6028697"/>
                <a:gd name="GluePoint22Y" fmla="*/ 3325262 h 6817170"/>
                <a:gd name="GluePoint23X" fmla="*/ 231151 w 6028697"/>
                <a:gd name="GluePoint23Y" fmla="*/ 4022292 h 6817170"/>
                <a:gd name="GluePoint24X" fmla="*/ 270592 w 6028697"/>
                <a:gd name="GluePoint24Y" fmla="*/ 4362792 h 6817170"/>
                <a:gd name="GluePoint25X" fmla="*/ 387213 w 6028697"/>
                <a:gd name="GluePoint25Y" fmla="*/ 4681585 h 6817170"/>
                <a:gd name="GluePoint26X" fmla="*/ 468507 w 6028697"/>
                <a:gd name="GluePoint26Y" fmla="*/ 4831546 h 6817170"/>
                <a:gd name="GluePoint27X" fmla="*/ 561862 w 6028697"/>
                <a:gd name="GluePoint27Y" fmla="*/ 4976826 h 6817170"/>
                <a:gd name="GluePoint28X" fmla="*/ 777511 w 6028697"/>
                <a:gd name="GluePoint28Y" fmla="*/ 5257597 h 6817170"/>
                <a:gd name="GluePoint29X" fmla="*/ 1010895 w 6028697"/>
                <a:gd name="GluePoint29Y" fmla="*/ 5540494 h 6817170"/>
                <a:gd name="GluePoint30X" fmla="*/ 1126948 w 6028697"/>
                <a:gd name="GluePoint30Y" fmla="*/ 5688186 h 6817170"/>
                <a:gd name="GluePoint31X" fmla="*/ 1182706 w 6028697"/>
                <a:gd name="GluePoint31Y" fmla="*/ 5760543 h 6817170"/>
                <a:gd name="GluePoint32X" fmla="*/ 1237327 w 6028697"/>
                <a:gd name="GluePoint32Y" fmla="*/ 5830060 h 6817170"/>
                <a:gd name="GluePoint33X" fmla="*/ 1706649 w 6028697"/>
                <a:gd name="GluePoint33Y" fmla="*/ 6342797 h 6817170"/>
                <a:gd name="GluePoint34X" fmla="*/ 1956207 w 6028697"/>
                <a:gd name="GluePoint34Y" fmla="*/ 6573484 h 6817170"/>
                <a:gd name="GluePoint35X" fmla="*/ 2217681 w 6028697"/>
                <a:gd name="GluePoint35Y" fmla="*/ 6786297 h 6817170"/>
                <a:gd name="GluePoint36X" fmla="*/ 2260820 w 6028697"/>
                <a:gd name="GluePoint36Y" fmla="*/ 6817170 h 6817170"/>
                <a:gd name="GluePoint37X" fmla="*/ 1429497 w 6028697"/>
                <a:gd name="GluePoint37Y" fmla="*/ 6817170 h 6817170"/>
                <a:gd name="GluePoint38X" fmla="*/ 1327275 w 6028697"/>
                <a:gd name="GluePoint38Y" fmla="*/ 6713800 h 6817170"/>
                <a:gd name="GluePoint39X" fmla="*/ 1080556 w 6028697"/>
                <a:gd name="GluePoint39Y" fmla="*/ 6414443 h 6817170"/>
                <a:gd name="GluePoint40X" fmla="*/ 865189 w 6028697"/>
                <a:gd name="GluePoint40Y" fmla="*/ 6097496 h 6817170"/>
                <a:gd name="GluePoint41X" fmla="*/ 814823 w 6028697"/>
                <a:gd name="GluePoint41Y" fmla="*/ 6016911 h 6817170"/>
                <a:gd name="GluePoint42X" fmla="*/ 766729 w 6028697"/>
                <a:gd name="GluePoint42Y" fmla="*/ 5938453 h 6817170"/>
                <a:gd name="GluePoint43X" fmla="*/ 671672 w 6028697"/>
                <a:gd name="GluePoint43Y" fmla="*/ 5786648 h 6817170"/>
                <a:gd name="GluePoint44X" fmla="*/ 474608 w 6028697"/>
                <a:gd name="GluePoint44Y" fmla="*/ 5474664 h 6817170"/>
                <a:gd name="GluePoint45X" fmla="*/ 282652 w 6028697"/>
                <a:gd name="GluePoint45Y" fmla="*/ 5146508 h 6817170"/>
                <a:gd name="GluePoint46X" fmla="*/ 196108 w 6028697"/>
                <a:gd name="GluePoint46Y" fmla="*/ 4972712 h 6817170"/>
                <a:gd name="GluePoint47X" fmla="*/ 122474 w 6028697"/>
                <a:gd name="GluePoint47Y" fmla="*/ 4791821 h 6817170"/>
                <a:gd name="GluePoint48X" fmla="*/ 65724 w 6028697"/>
                <a:gd name="GluePoint48Y" fmla="*/ 4603129 h 6817170"/>
                <a:gd name="GluePoint49X" fmla="*/ 44727 w 6028697"/>
                <a:gd name="GluePoint49Y" fmla="*/ 4506937 h 6817170"/>
                <a:gd name="GluePoint50X" fmla="*/ 35505 w 6028697"/>
                <a:gd name="GluePoint50Y" fmla="*/ 4458699 h 6817170"/>
                <a:gd name="GluePoint51X" fmla="*/ 27845 w 6028697"/>
                <a:gd name="GluePoint51Y" fmla="*/ 4410320 h 6817170"/>
                <a:gd name="GluePoint52X" fmla="*/ 37 w 6028697"/>
                <a:gd name="GluePoint52Y" fmla="*/ 4022292 h 6817170"/>
                <a:gd name="GluePoint53X" fmla="*/ 78777 w 6028697"/>
                <a:gd name="GluePoint53Y" fmla="*/ 3267236 h 6817170"/>
                <a:gd name="GluePoint54X" fmla="*/ 315424 w 6028697"/>
                <a:gd name="GluePoint54Y" fmla="*/ 2543673 h 6817170"/>
                <a:gd name="GluePoint55X" fmla="*/ 1202710 w 6028697"/>
                <a:gd name="GluePoint55Y" fmla="*/ 1314895 h 6817170"/>
                <a:gd name="GluePoint56X" fmla="*/ 1791065 w 6028697"/>
                <a:gd name="GluePoint56Y" fmla="*/ 833514 h 6817170"/>
                <a:gd name="GluePoint57X" fmla="*/ 3908404 w 6028697"/>
                <a:gd name="GluePoint57Y" fmla="*/ 29794 h 6817170"/>
                <a:gd name="GluePoint58X" fmla="*/ 4481066 w 6028697"/>
                <a:gd name="GluePoint58Y" fmla="*/ 478 h 681717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  <a:cxn ang="0">
                  <a:pos x="GluePoint30X" y="GluePoint30Y"/>
                </a:cxn>
                <a:cxn ang="0">
                  <a:pos x="GluePoint31X" y="GluePoint31Y"/>
                </a:cxn>
                <a:cxn ang="0">
                  <a:pos x="GluePoint32X" y="GluePoint32Y"/>
                </a:cxn>
                <a:cxn ang="0">
                  <a:pos x="GluePoint33X" y="GluePoint33Y"/>
                </a:cxn>
                <a:cxn ang="0">
                  <a:pos x="GluePoint34X" y="GluePoint34Y"/>
                </a:cxn>
                <a:cxn ang="0">
                  <a:pos x="GluePoint35X" y="GluePoint35Y"/>
                </a:cxn>
                <a:cxn ang="0">
                  <a:pos x="GluePoint36X" y="GluePoint36Y"/>
                </a:cxn>
                <a:cxn ang="0">
                  <a:pos x="GluePoint37X" y="GluePoint37Y"/>
                </a:cxn>
                <a:cxn ang="0">
                  <a:pos x="GluePoint38X" y="GluePoint38Y"/>
                </a:cxn>
                <a:cxn ang="0">
                  <a:pos x="GluePoint39X" y="GluePoint39Y"/>
                </a:cxn>
                <a:cxn ang="0">
                  <a:pos x="GluePoint40X" y="GluePoint40Y"/>
                </a:cxn>
                <a:cxn ang="0">
                  <a:pos x="GluePoint41X" y="GluePoint41Y"/>
                </a:cxn>
                <a:cxn ang="0">
                  <a:pos x="GluePoint42X" y="GluePoint42Y"/>
                </a:cxn>
                <a:cxn ang="0">
                  <a:pos x="GluePoint43X" y="GluePoint43Y"/>
                </a:cxn>
                <a:cxn ang="0">
                  <a:pos x="GluePoint44X" y="GluePoint44Y"/>
                </a:cxn>
                <a:cxn ang="0">
                  <a:pos x="GluePoint45X" y="GluePoint45Y"/>
                </a:cxn>
                <a:cxn ang="0">
                  <a:pos x="GluePoint46X" y="GluePoint46Y"/>
                </a:cxn>
                <a:cxn ang="0">
                  <a:pos x="GluePoint47X" y="GluePoint47Y"/>
                </a:cxn>
                <a:cxn ang="0">
                  <a:pos x="GluePoint48X" y="GluePoint48Y"/>
                </a:cxn>
                <a:cxn ang="0">
                  <a:pos x="GluePoint49X" y="GluePoint49Y"/>
                </a:cxn>
                <a:cxn ang="0">
                  <a:pos x="GluePoint50X" y="GluePoint50Y"/>
                </a:cxn>
                <a:cxn ang="0">
                  <a:pos x="GluePoint51X" y="GluePoint51Y"/>
                </a:cxn>
                <a:cxn ang="0">
                  <a:pos x="GluePoint52X" y="GluePoint52Y"/>
                </a:cxn>
                <a:cxn ang="0">
                  <a:pos x="GluePoint53X" y="GluePoint53Y"/>
                </a:cxn>
                <a:cxn ang="0">
                  <a:pos x="GluePoint54X" y="GluePoint54Y"/>
                </a:cxn>
                <a:cxn ang="0">
                  <a:pos x="GluePoint55X" y="GluePoint55Y"/>
                </a:cxn>
                <a:cxn ang="0">
                  <a:pos x="GluePoint56X" y="GluePoint56Y"/>
                </a:cxn>
                <a:cxn ang="0">
                  <a:pos x="GluePoint57X" y="GluePoint57Y"/>
                </a:cxn>
                <a:cxn ang="0">
                  <a:pos x="GluePoint58X" y="GluePoint58Y"/>
                </a:cxn>
              </a:cxnLst>
              <a:rect l="textAreaLeft" t="textAreaTop" r="textAreaRight" b="textAreaBottom"/>
              <a:pathLst>
                <a:path w="6028697" h="6817170">
                  <a:moveTo>
                    <a:pt x="6028697" y="6155323"/>
                  </a:moveTo>
                  <a:lnTo>
                    <a:pt x="6028697" y="6817170"/>
                  </a:lnTo>
                  <a:lnTo>
                    <a:pt x="5157862" y="6817170"/>
                  </a:lnTo>
                  <a:lnTo>
                    <a:pt x="5347156" y="6687553"/>
                  </a:lnTo>
                  <a:cubicBezTo>
                    <a:pt x="5394117" y="6653219"/>
                    <a:pt x="5440793" y="6617608"/>
                    <a:pt x="5487470" y="6581714"/>
                  </a:cubicBezTo>
                  <a:cubicBezTo>
                    <a:pt x="5534147" y="6545820"/>
                    <a:pt x="5580966" y="6509358"/>
                    <a:pt x="5627642" y="6472328"/>
                  </a:cubicBezTo>
                  <a:lnTo>
                    <a:pt x="5911392" y="6245328"/>
                  </a:lnTo>
                  <a:close/>
                  <a:moveTo>
                    <a:pt x="4481066" y="478"/>
                  </a:moveTo>
                  <a:cubicBezTo>
                    <a:pt x="4544817" y="1422"/>
                    <a:pt x="4608563" y="3769"/>
                    <a:pt x="4672258" y="7519"/>
                  </a:cubicBezTo>
                  <a:cubicBezTo>
                    <a:pt x="4927973" y="22364"/>
                    <a:pt x="5181687" y="61751"/>
                    <a:pt x="5429869" y="125134"/>
                  </a:cubicBezTo>
                  <a:cubicBezTo>
                    <a:pt x="5617090" y="173104"/>
                    <a:pt x="5799867" y="236595"/>
                    <a:pt x="5976319" y="314893"/>
                  </a:cubicBezTo>
                  <a:lnTo>
                    <a:pt x="6028697" y="339901"/>
                  </a:lnTo>
                  <a:lnTo>
                    <a:pt x="6028697" y="732458"/>
                  </a:lnTo>
                  <a:lnTo>
                    <a:pt x="5990985" y="712211"/>
                  </a:lnTo>
                  <a:cubicBezTo>
                    <a:pt x="5783917" y="609342"/>
                    <a:pt x="5566013" y="529876"/>
                    <a:pt x="5341339" y="475281"/>
                  </a:cubicBezTo>
                  <a:cubicBezTo>
                    <a:pt x="5115233" y="420503"/>
                    <a:pt x="4884375" y="387624"/>
                    <a:pt x="4651969" y="377104"/>
                  </a:cubicBezTo>
                  <a:cubicBezTo>
                    <a:pt x="4418713" y="365171"/>
                    <a:pt x="4184861" y="373670"/>
                    <a:pt x="3953093" y="402498"/>
                  </a:cubicBezTo>
                  <a:cubicBezTo>
                    <a:pt x="3721001" y="431832"/>
                    <a:pt x="3491675" y="480040"/>
                    <a:pt x="3267413" y="546643"/>
                  </a:cubicBezTo>
                  <a:cubicBezTo>
                    <a:pt x="2591323" y="750761"/>
                    <a:pt x="1967642" y="1099289"/>
                    <a:pt x="1439498" y="1568141"/>
                  </a:cubicBezTo>
                  <a:cubicBezTo>
                    <a:pt x="1265589" y="1725523"/>
                    <a:pt x="1105393" y="1897434"/>
                    <a:pt x="960671" y="2082013"/>
                  </a:cubicBezTo>
                  <a:cubicBezTo>
                    <a:pt x="815775" y="2266294"/>
                    <a:pt x="688923" y="2464081"/>
                    <a:pt x="581866" y="2672638"/>
                  </a:cubicBezTo>
                  <a:cubicBezTo>
                    <a:pt x="473765" y="2880669"/>
                    <a:pt x="387610" y="3099397"/>
                    <a:pt x="324789" y="3325262"/>
                  </a:cubicBezTo>
                  <a:cubicBezTo>
                    <a:pt x="262714" y="3552403"/>
                    <a:pt x="231223" y="3786822"/>
                    <a:pt x="231151" y="4022292"/>
                  </a:cubicBezTo>
                  <a:cubicBezTo>
                    <a:pt x="231413" y="4136912"/>
                    <a:pt x="244645" y="4251136"/>
                    <a:pt x="270592" y="4362792"/>
                  </a:cubicBezTo>
                  <a:cubicBezTo>
                    <a:pt x="297885" y="4472943"/>
                    <a:pt x="336983" y="4579833"/>
                    <a:pt x="387213" y="4681585"/>
                  </a:cubicBezTo>
                  <a:cubicBezTo>
                    <a:pt x="412042" y="4732517"/>
                    <a:pt x="439423" y="4782457"/>
                    <a:pt x="468507" y="4831546"/>
                  </a:cubicBezTo>
                  <a:cubicBezTo>
                    <a:pt x="497591" y="4880636"/>
                    <a:pt x="529230" y="4929015"/>
                    <a:pt x="561862" y="4976826"/>
                  </a:cubicBezTo>
                  <a:cubicBezTo>
                    <a:pt x="627975" y="5072166"/>
                    <a:pt x="701466" y="5164668"/>
                    <a:pt x="777511" y="5257597"/>
                  </a:cubicBezTo>
                  <a:cubicBezTo>
                    <a:pt x="853556" y="5350524"/>
                    <a:pt x="933574" y="5443594"/>
                    <a:pt x="1010895" y="5540494"/>
                  </a:cubicBezTo>
                  <a:cubicBezTo>
                    <a:pt x="1049957" y="5588732"/>
                    <a:pt x="1088642" y="5637963"/>
                    <a:pt x="1126948" y="5688186"/>
                  </a:cubicBezTo>
                  <a:lnTo>
                    <a:pt x="1182706" y="5760543"/>
                  </a:lnTo>
                  <a:cubicBezTo>
                    <a:pt x="1201007" y="5783669"/>
                    <a:pt x="1218458" y="5807503"/>
                    <a:pt x="1237327" y="5830060"/>
                  </a:cubicBezTo>
                  <a:cubicBezTo>
                    <a:pt x="1383714" y="6009916"/>
                    <a:pt x="1540413" y="6181116"/>
                    <a:pt x="1706649" y="6342797"/>
                  </a:cubicBezTo>
                  <a:cubicBezTo>
                    <a:pt x="1788084" y="6422531"/>
                    <a:pt x="1871265" y="6499427"/>
                    <a:pt x="1956207" y="6573484"/>
                  </a:cubicBezTo>
                  <a:cubicBezTo>
                    <a:pt x="2041332" y="6647402"/>
                    <a:pt x="2127733" y="6718907"/>
                    <a:pt x="2217681" y="6786297"/>
                  </a:cubicBezTo>
                  <a:lnTo>
                    <a:pt x="2260820" y="6817170"/>
                  </a:lnTo>
                  <a:lnTo>
                    <a:pt x="1429497" y="6817170"/>
                  </a:lnTo>
                  <a:lnTo>
                    <a:pt x="1327275" y="6713800"/>
                  </a:lnTo>
                  <a:cubicBezTo>
                    <a:pt x="1239186" y="6618984"/>
                    <a:pt x="1156797" y="6519019"/>
                    <a:pt x="1080556" y="6414443"/>
                  </a:cubicBezTo>
                  <a:cubicBezTo>
                    <a:pt x="1004653" y="6310734"/>
                    <a:pt x="932439" y="6205177"/>
                    <a:pt x="865189" y="6097496"/>
                  </a:cubicBezTo>
                  <a:cubicBezTo>
                    <a:pt x="847881" y="6070823"/>
                    <a:pt x="831565" y="6043725"/>
                    <a:pt x="814823" y="6016911"/>
                  </a:cubicBezTo>
                  <a:lnTo>
                    <a:pt x="766729" y="5938453"/>
                  </a:lnTo>
                  <a:cubicBezTo>
                    <a:pt x="735941" y="5887947"/>
                    <a:pt x="703878" y="5837581"/>
                    <a:pt x="671672" y="5786648"/>
                  </a:cubicBezTo>
                  <a:lnTo>
                    <a:pt x="474608" y="5474664"/>
                  </a:lnTo>
                  <a:cubicBezTo>
                    <a:pt x="408778" y="5368968"/>
                    <a:pt x="343516" y="5260008"/>
                    <a:pt x="282652" y="5146508"/>
                  </a:cubicBezTo>
                  <a:cubicBezTo>
                    <a:pt x="252290" y="5089759"/>
                    <a:pt x="223065" y="5032015"/>
                    <a:pt x="196108" y="4972712"/>
                  </a:cubicBezTo>
                  <a:cubicBezTo>
                    <a:pt x="169152" y="4913408"/>
                    <a:pt x="144607" y="4853111"/>
                    <a:pt x="122474" y="4791821"/>
                  </a:cubicBezTo>
                  <a:cubicBezTo>
                    <a:pt x="100342" y="4730532"/>
                    <a:pt x="81757" y="4666830"/>
                    <a:pt x="65724" y="4603129"/>
                  </a:cubicBezTo>
                  <a:cubicBezTo>
                    <a:pt x="58205" y="4571064"/>
                    <a:pt x="50828" y="4539143"/>
                    <a:pt x="44727" y="4506937"/>
                  </a:cubicBezTo>
                  <a:lnTo>
                    <a:pt x="35505" y="4458699"/>
                  </a:lnTo>
                  <a:lnTo>
                    <a:pt x="27845" y="4410320"/>
                  </a:lnTo>
                  <a:cubicBezTo>
                    <a:pt x="8635" y="4281881"/>
                    <a:pt x="-661" y="4152150"/>
                    <a:pt x="37" y="4022292"/>
                  </a:cubicBezTo>
                  <a:cubicBezTo>
                    <a:pt x="712" y="3768592"/>
                    <a:pt x="27094" y="3515615"/>
                    <a:pt x="78777" y="3267236"/>
                  </a:cubicBezTo>
                  <a:cubicBezTo>
                    <a:pt x="130048" y="3017876"/>
                    <a:pt x="209439" y="2775142"/>
                    <a:pt x="315424" y="2543673"/>
                  </a:cubicBezTo>
                  <a:cubicBezTo>
                    <a:pt x="528236" y="2081161"/>
                    <a:pt x="838234" y="1667312"/>
                    <a:pt x="1202710" y="1314895"/>
                  </a:cubicBezTo>
                  <a:cubicBezTo>
                    <a:pt x="1385514" y="1138814"/>
                    <a:pt x="1582282" y="977831"/>
                    <a:pt x="1791065" y="833514"/>
                  </a:cubicBezTo>
                  <a:cubicBezTo>
                    <a:pt x="2420037" y="395614"/>
                    <a:pt x="3147288" y="119557"/>
                    <a:pt x="3908404" y="29794"/>
                  </a:cubicBezTo>
                  <a:cubicBezTo>
                    <a:pt x="4098509" y="7429"/>
                    <a:pt x="4289811" y="-2355"/>
                    <a:pt x="4481066" y="478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70ad47">
                    <a:alpha val="10000"/>
                  </a:srgbClr>
                </a:gs>
                <a:gs pos="85000">
                  <a:srgbClr val="4472c4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204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effectLst/>
                <a:uFillTx/>
                <a:latin typeface="Calibri"/>
              </a:endParaRPr>
            </a:p>
          </p:txBody>
        </p:sp>
        <p:sp>
          <p:nvSpPr>
            <p:cNvPr id="72" name="Freeform: Shape 1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H="1">
              <a:off x="-4320" y="0"/>
              <a:ext cx="6164640" cy="6857640"/>
            </a:xfrm>
            <a:custGeom>
              <a:avLst/>
              <a:gdLst>
                <a:gd name="textAreaLeft" fmla="*/ 360 w 6164640"/>
                <a:gd name="textAreaRight" fmla="*/ 6165360 w 6164640"/>
                <a:gd name="textAreaTop" fmla="*/ 0 h 6857640"/>
                <a:gd name="textAreaBottom" fmla="*/ 6858000 h 6857640"/>
                <a:gd name="GluePoint1X" fmla="*/ 6264586 w 6264586"/>
                <a:gd name="GluePoint1Y" fmla="*/ 6646464 h 6858001"/>
                <a:gd name="GluePoint2X" fmla="*/ 6264586 w 6264586"/>
                <a:gd name="GluePoint2Y" fmla="*/ 6858001 h 6858001"/>
                <a:gd name="GluePoint3X" fmla="*/ 5997170 w 6264586"/>
                <a:gd name="GluePoint3Y" fmla="*/ 6858001 h 6858001"/>
                <a:gd name="GluePoint4X" fmla="*/ 6121512 w 6264586"/>
                <a:gd name="GluePoint4Y" fmla="*/ 6761029 h 6858001"/>
                <a:gd name="GluePoint5X" fmla="*/ 2693206 w 6264586"/>
                <a:gd name="GluePoint5Y" fmla="*/ 0 h 6858001"/>
                <a:gd name="GluePoint6X" fmla="*/ 5872285 w 6264586"/>
                <a:gd name="GluePoint6Y" fmla="*/ 0 h 6858001"/>
                <a:gd name="GluePoint7X" fmla="*/ 6024875 w 6264586"/>
                <a:gd name="GluePoint7Y" fmla="*/ 68385 h 6858001"/>
                <a:gd name="GluePoint8X" fmla="*/ 6206432 w 6264586"/>
                <a:gd name="GluePoint8Y" fmla="*/ 162336 h 6858001"/>
                <a:gd name="GluePoint9X" fmla="*/ 6264586 w 6264586"/>
                <a:gd name="GluePoint9Y" fmla="*/ 196704 h 6858001"/>
                <a:gd name="GluePoint10X" fmla="*/ 6264586 w 6264586"/>
                <a:gd name="GluePoint10Y" fmla="*/ 537242 h 6858001"/>
                <a:gd name="GluePoint11X" fmla="*/ 6230189 w 6264586"/>
                <a:gd name="GluePoint11Y" fmla="*/ 517260 h 6858001"/>
                <a:gd name="GluePoint12X" fmla="*/ 5540536 w 6264586"/>
                <a:gd name="GluePoint12Y" fmla="*/ 249543 h 6858001"/>
                <a:gd name="GluePoint13X" fmla="*/ 5178896 w 6264586"/>
                <a:gd name="GluePoint13Y" fmla="*/ 178606 h 6858001"/>
                <a:gd name="GluePoint14X" fmla="*/ 4814279 w 6264586"/>
                <a:gd name="GluePoint14Y" fmla="*/ 146683 h 6858001"/>
                <a:gd name="GluePoint15X" fmla="*/ 4655095 w 6264586"/>
                <a:gd name="GluePoint15Y" fmla="*/ 143421 h 6858001"/>
                <a:gd name="GluePoint16X" fmla="*/ 4081069 w 6264586"/>
                <a:gd name="GluePoint16Y" fmla="*/ 185983 h 6858001"/>
                <a:gd name="GluePoint17X" fmla="*/ 3720566 w 6264586"/>
                <a:gd name="GluePoint17Y" fmla="*/ 256921 h 6858001"/>
                <a:gd name="GluePoint18X" fmla="*/ 3365879 w 6264586"/>
                <a:gd name="GluePoint18Y" fmla="*/ 357651 h 6858001"/>
                <a:gd name="GluePoint19X" fmla="*/ 3020555 w 6264586"/>
                <a:gd name="GluePoint19Y" fmla="*/ 486190 h 6858001"/>
                <a:gd name="GluePoint20X" fmla="*/ 2685163 w 6264586"/>
                <a:gd name="GluePoint20Y" fmla="*/ 641542 h 6858001"/>
                <a:gd name="GluePoint21X" fmla="*/ 2047720 w 6264586"/>
                <a:gd name="GluePoint21Y" fmla="*/ 1025030 h 6858001"/>
                <a:gd name="GluePoint22X" fmla="*/ 1897333 w 6264586"/>
                <a:gd name="GluePoint22Y" fmla="*/ 1134983 h 6858001"/>
                <a:gd name="GluePoint23X" fmla="*/ 1835758 w 6264586"/>
                <a:gd name="GluePoint23Y" fmla="*/ 1182227 h 6858001"/>
                <a:gd name="GluePoint24X" fmla="*/ 1823273 w 6264586"/>
                <a:gd name="GluePoint24Y" fmla="*/ 1192016 h 6858001"/>
                <a:gd name="GluePoint25X" fmla="*/ 1750918 w 6264586"/>
                <a:gd name="GluePoint25Y" fmla="*/ 1249760 h 6858001"/>
                <a:gd name="GluePoint26X" fmla="*/ 1469297 w 6264586"/>
                <a:gd name="GluePoint26Y" fmla="*/ 1496906 h 6858001"/>
                <a:gd name="GluePoint27X" fmla="*/ 967769 w 6264586"/>
                <a:gd name="GluePoint27Y" fmla="*/ 2056602 h 6858001"/>
                <a:gd name="GluePoint28X" fmla="*/ 754105 w 6264586"/>
                <a:gd name="GluePoint28Y" fmla="*/ 2368727 h 6858001"/>
                <a:gd name="GluePoint29X" fmla="*/ 572364 w 6264586"/>
                <a:gd name="GluePoint29Y" fmla="*/ 2701140 h 6858001"/>
                <a:gd name="GluePoint30X" fmla="*/ 532497 w 6264586"/>
                <a:gd name="GluePoint30Y" fmla="*/ 2786265 h 6858001"/>
                <a:gd name="GluePoint31X" fmla="*/ 512918 w 6264586"/>
                <a:gd name="GluePoint31Y" fmla="*/ 2828827 h 6858001"/>
                <a:gd name="GluePoint32X" fmla="*/ 494475 w 6264586"/>
                <a:gd name="GluePoint32Y" fmla="*/ 2872240 h 6858001"/>
                <a:gd name="GluePoint33X" fmla="*/ 491637 w 6264586"/>
                <a:gd name="GluePoint33Y" fmla="*/ 2878908 h 6858001"/>
                <a:gd name="GluePoint34X" fmla="*/ 459290 w 6264586"/>
                <a:gd name="GluePoint34Y" fmla="*/ 2959635 h 6858001"/>
                <a:gd name="GluePoint35X" fmla="*/ 446805 w 6264586"/>
                <a:gd name="GluePoint35Y" fmla="*/ 2992408 h 6858001"/>
                <a:gd name="GluePoint36X" fmla="*/ 426090 w 6264586"/>
                <a:gd name="GluePoint36Y" fmla="*/ 3049158 h 6858001"/>
                <a:gd name="GluePoint37X" fmla="*/ 426090 w 6264586"/>
                <a:gd name="GluePoint37Y" fmla="*/ 3049867 h 6858001"/>
                <a:gd name="GluePoint38X" fmla="*/ 318124 w 6264586"/>
                <a:gd name="GluePoint38Y" fmla="*/ 3414202 h 6858001"/>
                <a:gd name="GluePoint39X" fmla="*/ 230729 w 6264586"/>
                <a:gd name="GluePoint39Y" fmla="*/ 4169260 h 6858001"/>
                <a:gd name="GluePoint40X" fmla="*/ 268893 w 6264586"/>
                <a:gd name="GluePoint40Y" fmla="*/ 4544236 h 6858001"/>
                <a:gd name="GluePoint41X" fmla="*/ 379840 w 6264586"/>
                <a:gd name="GluePoint41Y" fmla="*/ 4900056 h 6858001"/>
                <a:gd name="GluePoint42X" fmla="*/ 406512 w 6264586"/>
                <a:gd name="GluePoint42Y" fmla="*/ 4960211 h 6858001"/>
                <a:gd name="GluePoint43X" fmla="*/ 417862 w 6264586"/>
                <a:gd name="GluePoint43Y" fmla="*/ 4984613 h 6858001"/>
                <a:gd name="GluePoint44X" fmla="*/ 428077 w 6264586"/>
                <a:gd name="GluePoint44Y" fmla="*/ 5005043 h 6858001"/>
                <a:gd name="GluePoint45X" fmla="*/ 460140 w 6264586"/>
                <a:gd name="GluePoint45Y" fmla="*/ 5067327 h 6858001"/>
                <a:gd name="GluePoint46X" fmla="*/ 555197 w 6264586"/>
                <a:gd name="GluePoint46Y" fmla="*/ 5229773 h 6858001"/>
                <a:gd name="GluePoint47X" fmla="*/ 660611 w 6264586"/>
                <a:gd name="GluePoint47Y" fmla="*/ 5387396 h 6858001"/>
                <a:gd name="GluePoint48X" fmla="*/ 774110 w 6264586"/>
                <a:gd name="GluePoint48Y" fmla="*/ 5542182 h 6858001"/>
                <a:gd name="GluePoint49X" fmla="*/ 917829 w 6264586"/>
                <a:gd name="GluePoint49Y" fmla="*/ 5727896 h 6858001"/>
                <a:gd name="GluePoint50X" fmla="*/ 1012885 w 6264586"/>
                <a:gd name="GluePoint50Y" fmla="*/ 5849767 h 6858001"/>
                <a:gd name="GluePoint51X" fmla="*/ 1133053 w 6264586"/>
                <a:gd name="GluePoint51Y" fmla="*/ 6006822 h 6858001"/>
                <a:gd name="GluePoint52X" fmla="*/ 1194343 w 6264586"/>
                <a:gd name="GluePoint52Y" fmla="*/ 6090245 h 6858001"/>
                <a:gd name="GluePoint53X" fmla="*/ 1249390 w 6264586"/>
                <a:gd name="GluePoint53Y" fmla="*/ 6165155 h 6858001"/>
                <a:gd name="GluePoint54X" fmla="*/ 1345724 w 6264586"/>
                <a:gd name="GluePoint54Y" fmla="*/ 6292132 h 6858001"/>
                <a:gd name="GluePoint55X" fmla="*/ 1364310 w 6264586"/>
                <a:gd name="GluePoint55Y" fmla="*/ 6316251 h 6858001"/>
                <a:gd name="GluePoint56X" fmla="*/ 1373673 w 6264586"/>
                <a:gd name="GluePoint56Y" fmla="*/ 6327885 h 6858001"/>
                <a:gd name="GluePoint57X" fmla="*/ 1484619 w 6264586"/>
                <a:gd name="GluePoint57Y" fmla="*/ 6462240 h 6858001"/>
                <a:gd name="GluePoint58X" fmla="*/ 1739000 w 6264586"/>
                <a:gd name="GluePoint58Y" fmla="*/ 6737335 h 6858001"/>
                <a:gd name="GluePoint59X" fmla="*/ 1866801 w 6264586"/>
                <a:gd name="GluePoint59Y" fmla="*/ 6858001 h 6858001"/>
                <a:gd name="GluePoint60X" fmla="*/ 1144149 w 6264586"/>
                <a:gd name="GluePoint60Y" fmla="*/ 6858001 h 6858001"/>
                <a:gd name="GluePoint61X" fmla="*/ 1058349 w 6264586"/>
                <a:gd name="GluePoint61Y" fmla="*/ 6766452 h 6858001"/>
                <a:gd name="GluePoint62X" fmla="*/ 580309 w 6264586"/>
                <a:gd name="GluePoint62Y" fmla="*/ 6105000 h 6858001"/>
                <a:gd name="GluePoint63X" fmla="*/ 1 w 6264586"/>
                <a:gd name="GluePoint63Y" fmla="*/ 3960094 h 6858001"/>
                <a:gd name="GluePoint64X" fmla="*/ 2599292 w 6264586"/>
                <a:gd name="GluePoint64Y" fmla="*/ 37050 h 685800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  <a:cxn ang="0">
                  <a:pos x="GluePoint30X" y="GluePoint30Y"/>
                </a:cxn>
                <a:cxn ang="0">
                  <a:pos x="GluePoint31X" y="GluePoint31Y"/>
                </a:cxn>
                <a:cxn ang="0">
                  <a:pos x="GluePoint32X" y="GluePoint32Y"/>
                </a:cxn>
                <a:cxn ang="0">
                  <a:pos x="GluePoint33X" y="GluePoint33Y"/>
                </a:cxn>
                <a:cxn ang="0">
                  <a:pos x="GluePoint34X" y="GluePoint34Y"/>
                </a:cxn>
                <a:cxn ang="0">
                  <a:pos x="GluePoint35X" y="GluePoint35Y"/>
                </a:cxn>
                <a:cxn ang="0">
                  <a:pos x="GluePoint36X" y="GluePoint36Y"/>
                </a:cxn>
                <a:cxn ang="0">
                  <a:pos x="GluePoint37X" y="GluePoint37Y"/>
                </a:cxn>
                <a:cxn ang="0">
                  <a:pos x="GluePoint38X" y="GluePoint38Y"/>
                </a:cxn>
                <a:cxn ang="0">
                  <a:pos x="GluePoint39X" y="GluePoint39Y"/>
                </a:cxn>
                <a:cxn ang="0">
                  <a:pos x="GluePoint40X" y="GluePoint40Y"/>
                </a:cxn>
                <a:cxn ang="0">
                  <a:pos x="GluePoint41X" y="GluePoint41Y"/>
                </a:cxn>
                <a:cxn ang="0">
                  <a:pos x="GluePoint42X" y="GluePoint42Y"/>
                </a:cxn>
                <a:cxn ang="0">
                  <a:pos x="GluePoint43X" y="GluePoint43Y"/>
                </a:cxn>
                <a:cxn ang="0">
                  <a:pos x="GluePoint44X" y="GluePoint44Y"/>
                </a:cxn>
                <a:cxn ang="0">
                  <a:pos x="GluePoint45X" y="GluePoint45Y"/>
                </a:cxn>
                <a:cxn ang="0">
                  <a:pos x="GluePoint46X" y="GluePoint46Y"/>
                </a:cxn>
                <a:cxn ang="0">
                  <a:pos x="GluePoint47X" y="GluePoint47Y"/>
                </a:cxn>
                <a:cxn ang="0">
                  <a:pos x="GluePoint48X" y="GluePoint48Y"/>
                </a:cxn>
                <a:cxn ang="0">
                  <a:pos x="GluePoint49X" y="GluePoint49Y"/>
                </a:cxn>
                <a:cxn ang="0">
                  <a:pos x="GluePoint50X" y="GluePoint50Y"/>
                </a:cxn>
                <a:cxn ang="0">
                  <a:pos x="GluePoint51X" y="GluePoint51Y"/>
                </a:cxn>
                <a:cxn ang="0">
                  <a:pos x="GluePoint52X" y="GluePoint52Y"/>
                </a:cxn>
                <a:cxn ang="0">
                  <a:pos x="GluePoint53X" y="GluePoint53Y"/>
                </a:cxn>
                <a:cxn ang="0">
                  <a:pos x="GluePoint54X" y="GluePoint54Y"/>
                </a:cxn>
                <a:cxn ang="0">
                  <a:pos x="GluePoint55X" y="GluePoint55Y"/>
                </a:cxn>
                <a:cxn ang="0">
                  <a:pos x="GluePoint56X" y="GluePoint56Y"/>
                </a:cxn>
                <a:cxn ang="0">
                  <a:pos x="GluePoint57X" y="GluePoint57Y"/>
                </a:cxn>
                <a:cxn ang="0">
                  <a:pos x="GluePoint58X" y="GluePoint58Y"/>
                </a:cxn>
                <a:cxn ang="0">
                  <a:pos x="GluePoint59X" y="GluePoint59Y"/>
                </a:cxn>
                <a:cxn ang="0">
                  <a:pos x="GluePoint60X" y="GluePoint60Y"/>
                </a:cxn>
                <a:cxn ang="0">
                  <a:pos x="GluePoint61X" y="GluePoint61Y"/>
                </a:cxn>
                <a:cxn ang="0">
                  <a:pos x="GluePoint62X" y="GluePoint62Y"/>
                </a:cxn>
                <a:cxn ang="0">
                  <a:pos x="GluePoint63X" y="GluePoint63Y"/>
                </a:cxn>
                <a:cxn ang="0">
                  <a:pos x="GluePoint64X" y="GluePoint64Y"/>
                </a:cxn>
              </a:cxnLst>
              <a:rect l="textAreaLeft" t="textAreaTop" r="textAreaRight" b="textAreaBottom"/>
              <a:pathLst>
                <a:path w="6264586" h="6858001">
                  <a:moveTo>
                    <a:pt x="6264586" y="6646464"/>
                  </a:moveTo>
                  <a:lnTo>
                    <a:pt x="6264586" y="6858001"/>
                  </a:lnTo>
                  <a:lnTo>
                    <a:pt x="5997170" y="6858001"/>
                  </a:lnTo>
                  <a:lnTo>
                    <a:pt x="6121512" y="6761029"/>
                  </a:lnTo>
                  <a:close/>
                  <a:moveTo>
                    <a:pt x="2693206" y="0"/>
                  </a:moveTo>
                  <a:lnTo>
                    <a:pt x="5872285" y="0"/>
                  </a:lnTo>
                  <a:lnTo>
                    <a:pt x="6024875" y="68385"/>
                  </a:lnTo>
                  <a:cubicBezTo>
                    <a:pt x="6086250" y="97989"/>
                    <a:pt x="6146793" y="129318"/>
                    <a:pt x="6206432" y="162336"/>
                  </a:cubicBezTo>
                  <a:lnTo>
                    <a:pt x="6264586" y="196704"/>
                  </a:lnTo>
                  <a:lnTo>
                    <a:pt x="6264586" y="537242"/>
                  </a:lnTo>
                  <a:lnTo>
                    <a:pt x="6230189" y="517260"/>
                  </a:lnTo>
                  <a:cubicBezTo>
                    <a:pt x="6012226" y="399931"/>
                    <a:pt x="5780573" y="310008"/>
                    <a:pt x="5540536" y="249543"/>
                  </a:cubicBezTo>
                  <a:cubicBezTo>
                    <a:pt x="5421375" y="219324"/>
                    <a:pt x="5300641" y="195644"/>
                    <a:pt x="5178896" y="178606"/>
                  </a:cubicBezTo>
                  <a:cubicBezTo>
                    <a:pt x="5057977" y="161840"/>
                    <a:pt x="4936276" y="151186"/>
                    <a:pt x="4814279" y="146683"/>
                  </a:cubicBezTo>
                  <a:cubicBezTo>
                    <a:pt x="4761501" y="144556"/>
                    <a:pt x="4708015" y="143421"/>
                    <a:pt x="4655095" y="143421"/>
                  </a:cubicBezTo>
                  <a:cubicBezTo>
                    <a:pt x="4462968" y="143573"/>
                    <a:pt x="4271111" y="157799"/>
                    <a:pt x="4081069" y="185983"/>
                  </a:cubicBezTo>
                  <a:cubicBezTo>
                    <a:pt x="3956361" y="205703"/>
                    <a:pt x="3835058" y="229396"/>
                    <a:pt x="3720566" y="256921"/>
                  </a:cubicBezTo>
                  <a:cubicBezTo>
                    <a:pt x="3596708" y="286714"/>
                    <a:pt x="3477677" y="320905"/>
                    <a:pt x="3365879" y="357651"/>
                  </a:cubicBezTo>
                  <a:cubicBezTo>
                    <a:pt x="3249257" y="395958"/>
                    <a:pt x="3133487" y="438945"/>
                    <a:pt x="3020555" y="486190"/>
                  </a:cubicBezTo>
                  <a:cubicBezTo>
                    <a:pt x="2907623" y="533434"/>
                    <a:pt x="2794832" y="585786"/>
                    <a:pt x="2685163" y="641542"/>
                  </a:cubicBezTo>
                  <a:cubicBezTo>
                    <a:pt x="2463995" y="754348"/>
                    <a:pt x="2250998" y="882488"/>
                    <a:pt x="2047720" y="1025030"/>
                  </a:cubicBezTo>
                  <a:cubicBezTo>
                    <a:pt x="2006151" y="1054399"/>
                    <a:pt x="1951528" y="1093415"/>
                    <a:pt x="1897333" y="1134983"/>
                  </a:cubicBezTo>
                  <a:cubicBezTo>
                    <a:pt x="1876761" y="1150164"/>
                    <a:pt x="1855905" y="1166479"/>
                    <a:pt x="1835758" y="1182227"/>
                  </a:cubicBezTo>
                  <a:lnTo>
                    <a:pt x="1823273" y="1192016"/>
                  </a:lnTo>
                  <a:cubicBezTo>
                    <a:pt x="1797027" y="1211879"/>
                    <a:pt x="1772057" y="1232309"/>
                    <a:pt x="1750918" y="1249760"/>
                  </a:cubicBezTo>
                  <a:cubicBezTo>
                    <a:pt x="1645931" y="1335737"/>
                    <a:pt x="1554422" y="1416605"/>
                    <a:pt x="1469297" y="1496906"/>
                  </a:cubicBezTo>
                  <a:cubicBezTo>
                    <a:pt x="1286595" y="1668957"/>
                    <a:pt x="1118818" y="1856190"/>
                    <a:pt x="967769" y="2056602"/>
                  </a:cubicBezTo>
                  <a:cubicBezTo>
                    <a:pt x="890731" y="2159603"/>
                    <a:pt x="818800" y="2264590"/>
                    <a:pt x="754105" y="2368727"/>
                  </a:cubicBezTo>
                  <a:cubicBezTo>
                    <a:pt x="681749" y="2488328"/>
                    <a:pt x="622304" y="2596720"/>
                    <a:pt x="572364" y="2701140"/>
                  </a:cubicBezTo>
                  <a:cubicBezTo>
                    <a:pt x="557609" y="2730507"/>
                    <a:pt x="543989" y="2760443"/>
                    <a:pt x="532497" y="2786265"/>
                  </a:cubicBezTo>
                  <a:lnTo>
                    <a:pt x="512918" y="2828827"/>
                  </a:lnTo>
                  <a:lnTo>
                    <a:pt x="494475" y="2872240"/>
                  </a:lnTo>
                  <a:lnTo>
                    <a:pt x="491637" y="2878908"/>
                  </a:lnTo>
                  <a:cubicBezTo>
                    <a:pt x="480146" y="2906575"/>
                    <a:pt x="469220" y="2932821"/>
                    <a:pt x="459290" y="2959635"/>
                  </a:cubicBezTo>
                  <a:cubicBezTo>
                    <a:pt x="455176" y="2970559"/>
                    <a:pt x="451060" y="2981484"/>
                    <a:pt x="446805" y="2992408"/>
                  </a:cubicBezTo>
                  <a:cubicBezTo>
                    <a:pt x="439427" y="3012412"/>
                    <a:pt x="432333" y="3030572"/>
                    <a:pt x="426090" y="3049158"/>
                  </a:cubicBezTo>
                  <a:lnTo>
                    <a:pt x="426090" y="3049867"/>
                  </a:lnTo>
                  <a:cubicBezTo>
                    <a:pt x="383010" y="3169099"/>
                    <a:pt x="346959" y="3290756"/>
                    <a:pt x="318124" y="3414202"/>
                  </a:cubicBezTo>
                  <a:cubicBezTo>
                    <a:pt x="260107" y="3661703"/>
                    <a:pt x="230780" y="3915049"/>
                    <a:pt x="230729" y="4169260"/>
                  </a:cubicBezTo>
                  <a:cubicBezTo>
                    <a:pt x="231621" y="4295173"/>
                    <a:pt x="244398" y="4420719"/>
                    <a:pt x="268893" y="4544236"/>
                  </a:cubicBezTo>
                  <a:cubicBezTo>
                    <a:pt x="293708" y="4666304"/>
                    <a:pt x="330882" y="4785521"/>
                    <a:pt x="379840" y="4900056"/>
                  </a:cubicBezTo>
                  <a:cubicBezTo>
                    <a:pt x="387926" y="4919919"/>
                    <a:pt x="397006" y="4939498"/>
                    <a:pt x="406512" y="4960211"/>
                  </a:cubicBezTo>
                  <a:cubicBezTo>
                    <a:pt x="410343" y="4968299"/>
                    <a:pt x="414173" y="4976385"/>
                    <a:pt x="417862" y="4984613"/>
                  </a:cubicBezTo>
                  <a:lnTo>
                    <a:pt x="428077" y="5005043"/>
                  </a:lnTo>
                  <a:cubicBezTo>
                    <a:pt x="438860" y="5026751"/>
                    <a:pt x="449075" y="5047181"/>
                    <a:pt x="460140" y="5067327"/>
                  </a:cubicBezTo>
                  <a:cubicBezTo>
                    <a:pt x="485536" y="5116273"/>
                    <a:pt x="514763" y="5165789"/>
                    <a:pt x="555197" y="5229773"/>
                  </a:cubicBezTo>
                  <a:cubicBezTo>
                    <a:pt x="586836" y="5280282"/>
                    <a:pt x="620318" y="5329511"/>
                    <a:pt x="660611" y="5387396"/>
                  </a:cubicBezTo>
                  <a:cubicBezTo>
                    <a:pt x="698065" y="5440741"/>
                    <a:pt x="737223" y="5493094"/>
                    <a:pt x="774110" y="5542182"/>
                  </a:cubicBezTo>
                  <a:cubicBezTo>
                    <a:pt x="821070" y="5604324"/>
                    <a:pt x="870301" y="5667173"/>
                    <a:pt x="917829" y="5727896"/>
                  </a:cubicBezTo>
                  <a:cubicBezTo>
                    <a:pt x="949042" y="5767762"/>
                    <a:pt x="979828" y="5807063"/>
                    <a:pt x="1012885" y="5849767"/>
                  </a:cubicBezTo>
                  <a:cubicBezTo>
                    <a:pt x="1045942" y="5892471"/>
                    <a:pt x="1089497" y="5948796"/>
                    <a:pt x="1133053" y="6006822"/>
                  </a:cubicBezTo>
                  <a:cubicBezTo>
                    <a:pt x="1153624" y="6034345"/>
                    <a:pt x="1175332" y="6063998"/>
                    <a:pt x="1194343" y="6090245"/>
                  </a:cubicBezTo>
                  <a:cubicBezTo>
                    <a:pt x="1213355" y="6116491"/>
                    <a:pt x="1231372" y="6141178"/>
                    <a:pt x="1249390" y="6165155"/>
                  </a:cubicBezTo>
                  <a:cubicBezTo>
                    <a:pt x="1280461" y="6208000"/>
                    <a:pt x="1313659" y="6250847"/>
                    <a:pt x="1345724" y="6292132"/>
                  </a:cubicBezTo>
                  <a:lnTo>
                    <a:pt x="1364310" y="6316251"/>
                  </a:lnTo>
                  <a:lnTo>
                    <a:pt x="1373673" y="6327885"/>
                  </a:lnTo>
                  <a:cubicBezTo>
                    <a:pt x="1409566" y="6372433"/>
                    <a:pt x="1446738" y="6418542"/>
                    <a:pt x="1484619" y="6462240"/>
                  </a:cubicBezTo>
                  <a:cubicBezTo>
                    <a:pt x="1567899" y="6559850"/>
                    <a:pt x="1653876" y="6652211"/>
                    <a:pt x="1739000" y="6737335"/>
                  </a:cubicBezTo>
                  <a:lnTo>
                    <a:pt x="1866801" y="6858001"/>
                  </a:lnTo>
                  <a:lnTo>
                    <a:pt x="1144149" y="6858001"/>
                  </a:lnTo>
                  <a:lnTo>
                    <a:pt x="1058349" y="6766452"/>
                  </a:lnTo>
                  <a:cubicBezTo>
                    <a:pt x="878978" y="6562465"/>
                    <a:pt x="718756" y="6341104"/>
                    <a:pt x="580309" y="6105000"/>
                  </a:cubicBezTo>
                  <a:cubicBezTo>
                    <a:pt x="200401" y="5454007"/>
                    <a:pt x="146" y="4713831"/>
                    <a:pt x="1" y="3960094"/>
                  </a:cubicBezTo>
                  <a:cubicBezTo>
                    <a:pt x="-335" y="2196754"/>
                    <a:pt x="1071479" y="683605"/>
                    <a:pt x="2599292" y="37050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70ad47">
                    <a:alpha val="10000"/>
                  </a:srgbClr>
                </a:gs>
                <a:gs pos="85000">
                  <a:srgbClr val="4472c4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204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effectLst/>
                <a:uFillTx/>
                <a:latin typeface="Calibri"/>
              </a:endParaRPr>
            </a:p>
          </p:txBody>
        </p:sp>
        <p:sp>
          <p:nvSpPr>
            <p:cNvPr id="73" name="Freeform: Shape 16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H="1">
              <a:off x="-5040" y="-6120"/>
              <a:ext cx="6238440" cy="6857640"/>
            </a:xfrm>
            <a:custGeom>
              <a:avLst/>
              <a:gdLst>
                <a:gd name="textAreaLeft" fmla="*/ -360 w 6238440"/>
                <a:gd name="textAreaRight" fmla="*/ 6238440 w 6238440"/>
                <a:gd name="textAreaTop" fmla="*/ 0 h 6857640"/>
                <a:gd name="textAreaBottom" fmla="*/ 6858000 h 6857640"/>
                <a:gd name="GluePoint1X" fmla="*/ 6264586 w 6264586"/>
                <a:gd name="GluePoint1Y" fmla="*/ 6646464 h 6858001"/>
                <a:gd name="GluePoint2X" fmla="*/ 6264586 w 6264586"/>
                <a:gd name="GluePoint2Y" fmla="*/ 6858001 h 6858001"/>
                <a:gd name="GluePoint3X" fmla="*/ 5997170 w 6264586"/>
                <a:gd name="GluePoint3Y" fmla="*/ 6858001 h 6858001"/>
                <a:gd name="GluePoint4X" fmla="*/ 6121512 w 6264586"/>
                <a:gd name="GluePoint4Y" fmla="*/ 6761029 h 6858001"/>
                <a:gd name="GluePoint5X" fmla="*/ 2693206 w 6264586"/>
                <a:gd name="GluePoint5Y" fmla="*/ 0 h 6858001"/>
                <a:gd name="GluePoint6X" fmla="*/ 5872285 w 6264586"/>
                <a:gd name="GluePoint6Y" fmla="*/ 0 h 6858001"/>
                <a:gd name="GluePoint7X" fmla="*/ 6024875 w 6264586"/>
                <a:gd name="GluePoint7Y" fmla="*/ 68385 h 6858001"/>
                <a:gd name="GluePoint8X" fmla="*/ 6206432 w 6264586"/>
                <a:gd name="GluePoint8Y" fmla="*/ 162336 h 6858001"/>
                <a:gd name="GluePoint9X" fmla="*/ 6264586 w 6264586"/>
                <a:gd name="GluePoint9Y" fmla="*/ 196704 h 6858001"/>
                <a:gd name="GluePoint10X" fmla="*/ 6264586 w 6264586"/>
                <a:gd name="GluePoint10Y" fmla="*/ 537242 h 6858001"/>
                <a:gd name="GluePoint11X" fmla="*/ 6230189 w 6264586"/>
                <a:gd name="GluePoint11Y" fmla="*/ 517260 h 6858001"/>
                <a:gd name="GluePoint12X" fmla="*/ 5540536 w 6264586"/>
                <a:gd name="GluePoint12Y" fmla="*/ 249543 h 6858001"/>
                <a:gd name="GluePoint13X" fmla="*/ 5178896 w 6264586"/>
                <a:gd name="GluePoint13Y" fmla="*/ 178606 h 6858001"/>
                <a:gd name="GluePoint14X" fmla="*/ 4814279 w 6264586"/>
                <a:gd name="GluePoint14Y" fmla="*/ 146683 h 6858001"/>
                <a:gd name="GluePoint15X" fmla="*/ 4655095 w 6264586"/>
                <a:gd name="GluePoint15Y" fmla="*/ 143421 h 6858001"/>
                <a:gd name="GluePoint16X" fmla="*/ 4081069 w 6264586"/>
                <a:gd name="GluePoint16Y" fmla="*/ 185983 h 6858001"/>
                <a:gd name="GluePoint17X" fmla="*/ 3720566 w 6264586"/>
                <a:gd name="GluePoint17Y" fmla="*/ 256921 h 6858001"/>
                <a:gd name="GluePoint18X" fmla="*/ 3365879 w 6264586"/>
                <a:gd name="GluePoint18Y" fmla="*/ 357651 h 6858001"/>
                <a:gd name="GluePoint19X" fmla="*/ 3020555 w 6264586"/>
                <a:gd name="GluePoint19Y" fmla="*/ 486190 h 6858001"/>
                <a:gd name="GluePoint20X" fmla="*/ 2685163 w 6264586"/>
                <a:gd name="GluePoint20Y" fmla="*/ 641542 h 6858001"/>
                <a:gd name="GluePoint21X" fmla="*/ 2047720 w 6264586"/>
                <a:gd name="GluePoint21Y" fmla="*/ 1025030 h 6858001"/>
                <a:gd name="GluePoint22X" fmla="*/ 1897333 w 6264586"/>
                <a:gd name="GluePoint22Y" fmla="*/ 1134983 h 6858001"/>
                <a:gd name="GluePoint23X" fmla="*/ 1835758 w 6264586"/>
                <a:gd name="GluePoint23Y" fmla="*/ 1182227 h 6858001"/>
                <a:gd name="GluePoint24X" fmla="*/ 1823273 w 6264586"/>
                <a:gd name="GluePoint24Y" fmla="*/ 1192016 h 6858001"/>
                <a:gd name="GluePoint25X" fmla="*/ 1750918 w 6264586"/>
                <a:gd name="GluePoint25Y" fmla="*/ 1249760 h 6858001"/>
                <a:gd name="GluePoint26X" fmla="*/ 1469297 w 6264586"/>
                <a:gd name="GluePoint26Y" fmla="*/ 1496906 h 6858001"/>
                <a:gd name="GluePoint27X" fmla="*/ 967769 w 6264586"/>
                <a:gd name="GluePoint27Y" fmla="*/ 2056602 h 6858001"/>
                <a:gd name="GluePoint28X" fmla="*/ 754105 w 6264586"/>
                <a:gd name="GluePoint28Y" fmla="*/ 2368727 h 6858001"/>
                <a:gd name="GluePoint29X" fmla="*/ 572364 w 6264586"/>
                <a:gd name="GluePoint29Y" fmla="*/ 2701140 h 6858001"/>
                <a:gd name="GluePoint30X" fmla="*/ 532497 w 6264586"/>
                <a:gd name="GluePoint30Y" fmla="*/ 2786265 h 6858001"/>
                <a:gd name="GluePoint31X" fmla="*/ 512918 w 6264586"/>
                <a:gd name="GluePoint31Y" fmla="*/ 2828827 h 6858001"/>
                <a:gd name="GluePoint32X" fmla="*/ 494475 w 6264586"/>
                <a:gd name="GluePoint32Y" fmla="*/ 2872240 h 6858001"/>
                <a:gd name="GluePoint33X" fmla="*/ 491637 w 6264586"/>
                <a:gd name="GluePoint33Y" fmla="*/ 2878908 h 6858001"/>
                <a:gd name="GluePoint34X" fmla="*/ 459290 w 6264586"/>
                <a:gd name="GluePoint34Y" fmla="*/ 2959635 h 6858001"/>
                <a:gd name="GluePoint35X" fmla="*/ 446805 w 6264586"/>
                <a:gd name="GluePoint35Y" fmla="*/ 2992408 h 6858001"/>
                <a:gd name="GluePoint36X" fmla="*/ 426090 w 6264586"/>
                <a:gd name="GluePoint36Y" fmla="*/ 3049158 h 6858001"/>
                <a:gd name="GluePoint37X" fmla="*/ 426090 w 6264586"/>
                <a:gd name="GluePoint37Y" fmla="*/ 3049867 h 6858001"/>
                <a:gd name="GluePoint38X" fmla="*/ 318124 w 6264586"/>
                <a:gd name="GluePoint38Y" fmla="*/ 3414202 h 6858001"/>
                <a:gd name="GluePoint39X" fmla="*/ 230729 w 6264586"/>
                <a:gd name="GluePoint39Y" fmla="*/ 4169260 h 6858001"/>
                <a:gd name="GluePoint40X" fmla="*/ 268893 w 6264586"/>
                <a:gd name="GluePoint40Y" fmla="*/ 4544236 h 6858001"/>
                <a:gd name="GluePoint41X" fmla="*/ 379840 w 6264586"/>
                <a:gd name="GluePoint41Y" fmla="*/ 4900056 h 6858001"/>
                <a:gd name="GluePoint42X" fmla="*/ 406512 w 6264586"/>
                <a:gd name="GluePoint42Y" fmla="*/ 4960211 h 6858001"/>
                <a:gd name="GluePoint43X" fmla="*/ 417862 w 6264586"/>
                <a:gd name="GluePoint43Y" fmla="*/ 4984613 h 6858001"/>
                <a:gd name="GluePoint44X" fmla="*/ 428077 w 6264586"/>
                <a:gd name="GluePoint44Y" fmla="*/ 5005043 h 6858001"/>
                <a:gd name="GluePoint45X" fmla="*/ 460140 w 6264586"/>
                <a:gd name="GluePoint45Y" fmla="*/ 5067327 h 6858001"/>
                <a:gd name="GluePoint46X" fmla="*/ 555197 w 6264586"/>
                <a:gd name="GluePoint46Y" fmla="*/ 5229773 h 6858001"/>
                <a:gd name="GluePoint47X" fmla="*/ 660611 w 6264586"/>
                <a:gd name="GluePoint47Y" fmla="*/ 5387396 h 6858001"/>
                <a:gd name="GluePoint48X" fmla="*/ 774110 w 6264586"/>
                <a:gd name="GluePoint48Y" fmla="*/ 5542182 h 6858001"/>
                <a:gd name="GluePoint49X" fmla="*/ 917829 w 6264586"/>
                <a:gd name="GluePoint49Y" fmla="*/ 5727896 h 6858001"/>
                <a:gd name="GluePoint50X" fmla="*/ 1012885 w 6264586"/>
                <a:gd name="GluePoint50Y" fmla="*/ 5849767 h 6858001"/>
                <a:gd name="GluePoint51X" fmla="*/ 1133053 w 6264586"/>
                <a:gd name="GluePoint51Y" fmla="*/ 6006822 h 6858001"/>
                <a:gd name="GluePoint52X" fmla="*/ 1194343 w 6264586"/>
                <a:gd name="GluePoint52Y" fmla="*/ 6090245 h 6858001"/>
                <a:gd name="GluePoint53X" fmla="*/ 1249390 w 6264586"/>
                <a:gd name="GluePoint53Y" fmla="*/ 6165155 h 6858001"/>
                <a:gd name="GluePoint54X" fmla="*/ 1345724 w 6264586"/>
                <a:gd name="GluePoint54Y" fmla="*/ 6292132 h 6858001"/>
                <a:gd name="GluePoint55X" fmla="*/ 1364310 w 6264586"/>
                <a:gd name="GluePoint55Y" fmla="*/ 6316251 h 6858001"/>
                <a:gd name="GluePoint56X" fmla="*/ 1373673 w 6264586"/>
                <a:gd name="GluePoint56Y" fmla="*/ 6327885 h 6858001"/>
                <a:gd name="GluePoint57X" fmla="*/ 1484619 w 6264586"/>
                <a:gd name="GluePoint57Y" fmla="*/ 6462240 h 6858001"/>
                <a:gd name="GluePoint58X" fmla="*/ 1739000 w 6264586"/>
                <a:gd name="GluePoint58Y" fmla="*/ 6737335 h 6858001"/>
                <a:gd name="GluePoint59X" fmla="*/ 1866801 w 6264586"/>
                <a:gd name="GluePoint59Y" fmla="*/ 6858001 h 6858001"/>
                <a:gd name="GluePoint60X" fmla="*/ 1144149 w 6264586"/>
                <a:gd name="GluePoint60Y" fmla="*/ 6858001 h 6858001"/>
                <a:gd name="GluePoint61X" fmla="*/ 1058349 w 6264586"/>
                <a:gd name="GluePoint61Y" fmla="*/ 6766452 h 6858001"/>
                <a:gd name="GluePoint62X" fmla="*/ 580309 w 6264586"/>
                <a:gd name="GluePoint62Y" fmla="*/ 6105000 h 6858001"/>
                <a:gd name="GluePoint63X" fmla="*/ 1 w 6264586"/>
                <a:gd name="GluePoint63Y" fmla="*/ 3960094 h 6858001"/>
                <a:gd name="GluePoint64X" fmla="*/ 2599292 w 6264586"/>
                <a:gd name="GluePoint64Y" fmla="*/ 37050 h 685800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  <a:cxn ang="0">
                  <a:pos x="GluePoint30X" y="GluePoint30Y"/>
                </a:cxn>
                <a:cxn ang="0">
                  <a:pos x="GluePoint31X" y="GluePoint31Y"/>
                </a:cxn>
                <a:cxn ang="0">
                  <a:pos x="GluePoint32X" y="GluePoint32Y"/>
                </a:cxn>
                <a:cxn ang="0">
                  <a:pos x="GluePoint33X" y="GluePoint33Y"/>
                </a:cxn>
                <a:cxn ang="0">
                  <a:pos x="GluePoint34X" y="GluePoint34Y"/>
                </a:cxn>
                <a:cxn ang="0">
                  <a:pos x="GluePoint35X" y="GluePoint35Y"/>
                </a:cxn>
                <a:cxn ang="0">
                  <a:pos x="GluePoint36X" y="GluePoint36Y"/>
                </a:cxn>
                <a:cxn ang="0">
                  <a:pos x="GluePoint37X" y="GluePoint37Y"/>
                </a:cxn>
                <a:cxn ang="0">
                  <a:pos x="GluePoint38X" y="GluePoint38Y"/>
                </a:cxn>
                <a:cxn ang="0">
                  <a:pos x="GluePoint39X" y="GluePoint39Y"/>
                </a:cxn>
                <a:cxn ang="0">
                  <a:pos x="GluePoint40X" y="GluePoint40Y"/>
                </a:cxn>
                <a:cxn ang="0">
                  <a:pos x="GluePoint41X" y="GluePoint41Y"/>
                </a:cxn>
                <a:cxn ang="0">
                  <a:pos x="GluePoint42X" y="GluePoint42Y"/>
                </a:cxn>
                <a:cxn ang="0">
                  <a:pos x="GluePoint43X" y="GluePoint43Y"/>
                </a:cxn>
                <a:cxn ang="0">
                  <a:pos x="GluePoint44X" y="GluePoint44Y"/>
                </a:cxn>
                <a:cxn ang="0">
                  <a:pos x="GluePoint45X" y="GluePoint45Y"/>
                </a:cxn>
                <a:cxn ang="0">
                  <a:pos x="GluePoint46X" y="GluePoint46Y"/>
                </a:cxn>
                <a:cxn ang="0">
                  <a:pos x="GluePoint47X" y="GluePoint47Y"/>
                </a:cxn>
                <a:cxn ang="0">
                  <a:pos x="GluePoint48X" y="GluePoint48Y"/>
                </a:cxn>
                <a:cxn ang="0">
                  <a:pos x="GluePoint49X" y="GluePoint49Y"/>
                </a:cxn>
                <a:cxn ang="0">
                  <a:pos x="GluePoint50X" y="GluePoint50Y"/>
                </a:cxn>
                <a:cxn ang="0">
                  <a:pos x="GluePoint51X" y="GluePoint51Y"/>
                </a:cxn>
                <a:cxn ang="0">
                  <a:pos x="GluePoint52X" y="GluePoint52Y"/>
                </a:cxn>
                <a:cxn ang="0">
                  <a:pos x="GluePoint53X" y="GluePoint53Y"/>
                </a:cxn>
                <a:cxn ang="0">
                  <a:pos x="GluePoint54X" y="GluePoint54Y"/>
                </a:cxn>
                <a:cxn ang="0">
                  <a:pos x="GluePoint55X" y="GluePoint55Y"/>
                </a:cxn>
                <a:cxn ang="0">
                  <a:pos x="GluePoint56X" y="GluePoint56Y"/>
                </a:cxn>
                <a:cxn ang="0">
                  <a:pos x="GluePoint57X" y="GluePoint57Y"/>
                </a:cxn>
                <a:cxn ang="0">
                  <a:pos x="GluePoint58X" y="GluePoint58Y"/>
                </a:cxn>
                <a:cxn ang="0">
                  <a:pos x="GluePoint59X" y="GluePoint59Y"/>
                </a:cxn>
                <a:cxn ang="0">
                  <a:pos x="GluePoint60X" y="GluePoint60Y"/>
                </a:cxn>
                <a:cxn ang="0">
                  <a:pos x="GluePoint61X" y="GluePoint61Y"/>
                </a:cxn>
                <a:cxn ang="0">
                  <a:pos x="GluePoint62X" y="GluePoint62Y"/>
                </a:cxn>
                <a:cxn ang="0">
                  <a:pos x="GluePoint63X" y="GluePoint63Y"/>
                </a:cxn>
                <a:cxn ang="0">
                  <a:pos x="GluePoint64X" y="GluePoint64Y"/>
                </a:cxn>
              </a:cxnLst>
              <a:rect l="textAreaLeft" t="textAreaTop" r="textAreaRight" b="textAreaBottom"/>
              <a:pathLst>
                <a:path w="6264586" h="6858001">
                  <a:moveTo>
                    <a:pt x="6264586" y="6646464"/>
                  </a:moveTo>
                  <a:lnTo>
                    <a:pt x="6264586" y="6858001"/>
                  </a:lnTo>
                  <a:lnTo>
                    <a:pt x="5997170" y="6858001"/>
                  </a:lnTo>
                  <a:lnTo>
                    <a:pt x="6121512" y="6761029"/>
                  </a:lnTo>
                  <a:close/>
                  <a:moveTo>
                    <a:pt x="2693206" y="0"/>
                  </a:moveTo>
                  <a:lnTo>
                    <a:pt x="5872285" y="0"/>
                  </a:lnTo>
                  <a:lnTo>
                    <a:pt x="6024875" y="68385"/>
                  </a:lnTo>
                  <a:cubicBezTo>
                    <a:pt x="6086250" y="97989"/>
                    <a:pt x="6146793" y="129318"/>
                    <a:pt x="6206432" y="162336"/>
                  </a:cubicBezTo>
                  <a:lnTo>
                    <a:pt x="6264586" y="196704"/>
                  </a:lnTo>
                  <a:lnTo>
                    <a:pt x="6264586" y="537242"/>
                  </a:lnTo>
                  <a:lnTo>
                    <a:pt x="6230189" y="517260"/>
                  </a:lnTo>
                  <a:cubicBezTo>
                    <a:pt x="6012226" y="399931"/>
                    <a:pt x="5780573" y="310008"/>
                    <a:pt x="5540536" y="249543"/>
                  </a:cubicBezTo>
                  <a:cubicBezTo>
                    <a:pt x="5421375" y="219324"/>
                    <a:pt x="5300641" y="195644"/>
                    <a:pt x="5178896" y="178606"/>
                  </a:cubicBezTo>
                  <a:cubicBezTo>
                    <a:pt x="5057977" y="161840"/>
                    <a:pt x="4936276" y="151186"/>
                    <a:pt x="4814279" y="146683"/>
                  </a:cubicBezTo>
                  <a:cubicBezTo>
                    <a:pt x="4761501" y="144556"/>
                    <a:pt x="4708015" y="143421"/>
                    <a:pt x="4655095" y="143421"/>
                  </a:cubicBezTo>
                  <a:cubicBezTo>
                    <a:pt x="4462968" y="143573"/>
                    <a:pt x="4271111" y="157799"/>
                    <a:pt x="4081069" y="185983"/>
                  </a:cubicBezTo>
                  <a:cubicBezTo>
                    <a:pt x="3956361" y="205703"/>
                    <a:pt x="3835058" y="229396"/>
                    <a:pt x="3720566" y="256921"/>
                  </a:cubicBezTo>
                  <a:cubicBezTo>
                    <a:pt x="3596708" y="286714"/>
                    <a:pt x="3477677" y="320905"/>
                    <a:pt x="3365879" y="357651"/>
                  </a:cubicBezTo>
                  <a:cubicBezTo>
                    <a:pt x="3249257" y="395958"/>
                    <a:pt x="3133487" y="438945"/>
                    <a:pt x="3020555" y="486190"/>
                  </a:cubicBezTo>
                  <a:cubicBezTo>
                    <a:pt x="2907623" y="533434"/>
                    <a:pt x="2794832" y="585786"/>
                    <a:pt x="2685163" y="641542"/>
                  </a:cubicBezTo>
                  <a:cubicBezTo>
                    <a:pt x="2463995" y="754348"/>
                    <a:pt x="2250998" y="882488"/>
                    <a:pt x="2047720" y="1025030"/>
                  </a:cubicBezTo>
                  <a:cubicBezTo>
                    <a:pt x="2006151" y="1054399"/>
                    <a:pt x="1951528" y="1093415"/>
                    <a:pt x="1897333" y="1134983"/>
                  </a:cubicBezTo>
                  <a:cubicBezTo>
                    <a:pt x="1876761" y="1150164"/>
                    <a:pt x="1855905" y="1166479"/>
                    <a:pt x="1835758" y="1182227"/>
                  </a:cubicBezTo>
                  <a:lnTo>
                    <a:pt x="1823273" y="1192016"/>
                  </a:lnTo>
                  <a:cubicBezTo>
                    <a:pt x="1797027" y="1211879"/>
                    <a:pt x="1772057" y="1232309"/>
                    <a:pt x="1750918" y="1249760"/>
                  </a:cubicBezTo>
                  <a:cubicBezTo>
                    <a:pt x="1645931" y="1335737"/>
                    <a:pt x="1554422" y="1416605"/>
                    <a:pt x="1469297" y="1496906"/>
                  </a:cubicBezTo>
                  <a:cubicBezTo>
                    <a:pt x="1286595" y="1668957"/>
                    <a:pt x="1118818" y="1856190"/>
                    <a:pt x="967769" y="2056602"/>
                  </a:cubicBezTo>
                  <a:cubicBezTo>
                    <a:pt x="890731" y="2159603"/>
                    <a:pt x="818800" y="2264590"/>
                    <a:pt x="754105" y="2368727"/>
                  </a:cubicBezTo>
                  <a:cubicBezTo>
                    <a:pt x="681749" y="2488328"/>
                    <a:pt x="622304" y="2596720"/>
                    <a:pt x="572364" y="2701140"/>
                  </a:cubicBezTo>
                  <a:cubicBezTo>
                    <a:pt x="557609" y="2730507"/>
                    <a:pt x="543989" y="2760443"/>
                    <a:pt x="532497" y="2786265"/>
                  </a:cubicBezTo>
                  <a:lnTo>
                    <a:pt x="512918" y="2828827"/>
                  </a:lnTo>
                  <a:lnTo>
                    <a:pt x="494475" y="2872240"/>
                  </a:lnTo>
                  <a:lnTo>
                    <a:pt x="491637" y="2878908"/>
                  </a:lnTo>
                  <a:cubicBezTo>
                    <a:pt x="480146" y="2906575"/>
                    <a:pt x="469220" y="2932821"/>
                    <a:pt x="459290" y="2959635"/>
                  </a:cubicBezTo>
                  <a:cubicBezTo>
                    <a:pt x="455176" y="2970559"/>
                    <a:pt x="451060" y="2981484"/>
                    <a:pt x="446805" y="2992408"/>
                  </a:cubicBezTo>
                  <a:cubicBezTo>
                    <a:pt x="439427" y="3012412"/>
                    <a:pt x="432333" y="3030572"/>
                    <a:pt x="426090" y="3049158"/>
                  </a:cubicBezTo>
                  <a:lnTo>
                    <a:pt x="426090" y="3049867"/>
                  </a:lnTo>
                  <a:cubicBezTo>
                    <a:pt x="383010" y="3169099"/>
                    <a:pt x="346959" y="3290756"/>
                    <a:pt x="318124" y="3414202"/>
                  </a:cubicBezTo>
                  <a:cubicBezTo>
                    <a:pt x="260107" y="3661703"/>
                    <a:pt x="230780" y="3915049"/>
                    <a:pt x="230729" y="4169260"/>
                  </a:cubicBezTo>
                  <a:cubicBezTo>
                    <a:pt x="231621" y="4295173"/>
                    <a:pt x="244398" y="4420719"/>
                    <a:pt x="268893" y="4544236"/>
                  </a:cubicBezTo>
                  <a:cubicBezTo>
                    <a:pt x="293708" y="4666304"/>
                    <a:pt x="330882" y="4785521"/>
                    <a:pt x="379840" y="4900056"/>
                  </a:cubicBezTo>
                  <a:cubicBezTo>
                    <a:pt x="387926" y="4919919"/>
                    <a:pt x="397006" y="4939498"/>
                    <a:pt x="406512" y="4960211"/>
                  </a:cubicBezTo>
                  <a:cubicBezTo>
                    <a:pt x="410343" y="4968299"/>
                    <a:pt x="414173" y="4976385"/>
                    <a:pt x="417862" y="4984613"/>
                  </a:cubicBezTo>
                  <a:lnTo>
                    <a:pt x="428077" y="5005043"/>
                  </a:lnTo>
                  <a:cubicBezTo>
                    <a:pt x="438860" y="5026751"/>
                    <a:pt x="449075" y="5047181"/>
                    <a:pt x="460140" y="5067327"/>
                  </a:cubicBezTo>
                  <a:cubicBezTo>
                    <a:pt x="485536" y="5116273"/>
                    <a:pt x="514763" y="5165789"/>
                    <a:pt x="555197" y="5229773"/>
                  </a:cubicBezTo>
                  <a:cubicBezTo>
                    <a:pt x="586836" y="5280282"/>
                    <a:pt x="620318" y="5329511"/>
                    <a:pt x="660611" y="5387396"/>
                  </a:cubicBezTo>
                  <a:cubicBezTo>
                    <a:pt x="698065" y="5440741"/>
                    <a:pt x="737223" y="5493094"/>
                    <a:pt x="774110" y="5542182"/>
                  </a:cubicBezTo>
                  <a:cubicBezTo>
                    <a:pt x="821070" y="5604324"/>
                    <a:pt x="870301" y="5667173"/>
                    <a:pt x="917829" y="5727896"/>
                  </a:cubicBezTo>
                  <a:cubicBezTo>
                    <a:pt x="949042" y="5767762"/>
                    <a:pt x="979828" y="5807063"/>
                    <a:pt x="1012885" y="5849767"/>
                  </a:cubicBezTo>
                  <a:cubicBezTo>
                    <a:pt x="1045942" y="5892471"/>
                    <a:pt x="1089497" y="5948796"/>
                    <a:pt x="1133053" y="6006822"/>
                  </a:cubicBezTo>
                  <a:cubicBezTo>
                    <a:pt x="1153624" y="6034345"/>
                    <a:pt x="1175332" y="6063998"/>
                    <a:pt x="1194343" y="6090245"/>
                  </a:cubicBezTo>
                  <a:cubicBezTo>
                    <a:pt x="1213355" y="6116491"/>
                    <a:pt x="1231372" y="6141178"/>
                    <a:pt x="1249390" y="6165155"/>
                  </a:cubicBezTo>
                  <a:cubicBezTo>
                    <a:pt x="1280461" y="6208000"/>
                    <a:pt x="1313659" y="6250847"/>
                    <a:pt x="1345724" y="6292132"/>
                  </a:cubicBezTo>
                  <a:lnTo>
                    <a:pt x="1364310" y="6316251"/>
                  </a:lnTo>
                  <a:lnTo>
                    <a:pt x="1373673" y="6327885"/>
                  </a:lnTo>
                  <a:cubicBezTo>
                    <a:pt x="1409566" y="6372433"/>
                    <a:pt x="1446738" y="6418542"/>
                    <a:pt x="1484619" y="6462240"/>
                  </a:cubicBezTo>
                  <a:cubicBezTo>
                    <a:pt x="1567899" y="6559850"/>
                    <a:pt x="1653876" y="6652211"/>
                    <a:pt x="1739000" y="6737335"/>
                  </a:cubicBezTo>
                  <a:lnTo>
                    <a:pt x="1866801" y="6858001"/>
                  </a:lnTo>
                  <a:lnTo>
                    <a:pt x="1144149" y="6858001"/>
                  </a:lnTo>
                  <a:lnTo>
                    <a:pt x="1058349" y="6766452"/>
                  </a:lnTo>
                  <a:cubicBezTo>
                    <a:pt x="878978" y="6562465"/>
                    <a:pt x="718756" y="6341104"/>
                    <a:pt x="580309" y="6105000"/>
                  </a:cubicBezTo>
                  <a:cubicBezTo>
                    <a:pt x="200401" y="5454007"/>
                    <a:pt x="146" y="4713831"/>
                    <a:pt x="1" y="3960094"/>
                  </a:cubicBezTo>
                  <a:cubicBezTo>
                    <a:pt x="-335" y="2196754"/>
                    <a:pt x="1071479" y="683605"/>
                    <a:pt x="2599292" y="37050"/>
                  </a:cubicBezTo>
                  <a:close/>
                </a:path>
              </a:pathLst>
            </a:custGeom>
            <a:gradFill rotWithShape="0">
              <a:gsLst>
                <a:gs pos="2000">
                  <a:srgbClr val="ffffff">
                    <a:alpha val="10000"/>
                  </a:srgbClr>
                </a:gs>
                <a:gs pos="16000">
                  <a:srgbClr val="70ad47">
                    <a:alpha val="10000"/>
                  </a:srgbClr>
                </a:gs>
                <a:gs pos="85000">
                  <a:srgbClr val="4472c4">
                    <a:alpha val="1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204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US" sz="1800" strike="noStrike" u="none">
                <a:solidFill>
                  <a:schemeClr val="lt1"/>
                </a:solidFill>
                <a:effectLst/>
                <a:uFillTx/>
                <a:latin typeface="Calibri"/>
              </a:endParaRPr>
            </a:p>
          </p:txBody>
        </p:sp>
      </p:grpSp>
      <p:pic>
        <p:nvPicPr>
          <p:cNvPr id="74" name="Image 8" descr=""/>
          <p:cNvPicPr/>
          <p:nvPr/>
        </p:nvPicPr>
        <p:blipFill>
          <a:blip r:embed="rId2"/>
          <a:stretch/>
        </p:blipFill>
        <p:spPr>
          <a:xfrm>
            <a:off x="394200" y="5274720"/>
            <a:ext cx="4109040" cy="12736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fr-FR" sz="44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Plan</a:t>
            </a:r>
            <a:endParaRPr b="0" lang="fr-FR" sz="4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lnSpcReduction="9999"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CM1 :</a:t>
            </a:r>
            <a:endParaRPr b="0" lang="fr-FR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Introduction</a:t>
            </a:r>
            <a:endParaRPr b="0" lang="fr-FR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Modèle OSI (rapide)</a:t>
            </a:r>
            <a:endParaRPr b="0" lang="fr-FR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Exemple</a:t>
            </a:r>
            <a:endParaRPr b="0" lang="fr-FR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TP Doom</a:t>
            </a:r>
            <a:endParaRPr b="0" lang="fr-FR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CM2 :</a:t>
            </a:r>
            <a:endParaRPr b="0" lang="fr-FR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Couche Physique</a:t>
            </a:r>
            <a:endParaRPr b="0" lang="fr-FR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Couche Liaison</a:t>
            </a:r>
            <a:endParaRPr b="0" lang="fr-FR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Couche Réseau</a:t>
            </a:r>
            <a:endParaRPr b="0" lang="fr-FR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Couche Transport</a:t>
            </a:r>
            <a:endParaRPr b="0" lang="fr-FR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TP Firewall</a:t>
            </a:r>
            <a:endParaRPr b="0" lang="fr-FR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</a:pPr>
            <a:endParaRPr b="0" lang="fr-FR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77" name="Image 3" descr=""/>
          <p:cNvPicPr/>
          <p:nvPr/>
        </p:nvPicPr>
        <p:blipFill>
          <a:blip r:embed="rId1"/>
          <a:stretch/>
        </p:blipFill>
        <p:spPr>
          <a:xfrm>
            <a:off x="259560" y="6154560"/>
            <a:ext cx="1674720" cy="519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8" name="Espace réservé du contenu 2"/>
          <p:cNvSpPr/>
          <p:nvPr/>
        </p:nvSpPr>
        <p:spPr>
          <a:xfrm>
            <a:off x="6172200" y="1825560"/>
            <a:ext cx="5526000" cy="435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CM3 :</a:t>
            </a:r>
            <a:endParaRPr b="0" lang="fr-FR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NAT / PAT – IPV6</a:t>
            </a:r>
            <a:endParaRPr b="0" lang="fr-FR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Protocoles </a:t>
            </a:r>
            <a:endParaRPr b="0" lang="fr-FR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Wi-Fi</a:t>
            </a:r>
            <a:endParaRPr b="0" lang="fr-FR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Tunnels</a:t>
            </a:r>
            <a:endParaRPr b="0" lang="fr-FR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CM4 :</a:t>
            </a:r>
            <a:endParaRPr b="0" lang="fr-FR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Cybersécurité</a:t>
            </a:r>
            <a:endParaRPr b="0" lang="fr-FR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499"/>
              </a:spcBef>
            </a:pPr>
            <a:endParaRPr b="0" lang="fr-FR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laceHolder 1"/>
          <p:cNvSpPr>
            <a:spLocks noGrp="1"/>
          </p:cNvSpPr>
          <p:nvPr>
            <p:ph type="title"/>
          </p:nvPr>
        </p:nvSpPr>
        <p:spPr>
          <a:xfrm>
            <a:off x="831960" y="1709640"/>
            <a:ext cx="10515240" cy="2852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fr-FR" sz="60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Rappel des 2 premiers cours</a:t>
            </a:r>
            <a:endParaRPr b="0" lang="fr-FR" sz="6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0" name="PlaceHolder 2"/>
          <p:cNvSpPr>
            <a:spLocks noGrp="1"/>
          </p:cNvSpPr>
          <p:nvPr>
            <p:ph/>
          </p:nvPr>
        </p:nvSpPr>
        <p:spPr>
          <a:xfrm>
            <a:off x="831960" y="4589640"/>
            <a:ext cx="10515240" cy="14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fr-FR" sz="2400" strike="noStrike" u="none">
              <a:solidFill>
                <a:schemeClr val="dk1">
                  <a:tint val="75000"/>
                </a:schemeClr>
              </a:solidFill>
              <a:effectLst/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fr-FR" sz="44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Modèle OSI</a:t>
            </a:r>
            <a:endParaRPr b="0" lang="fr-FR" sz="4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2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fr-FR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83" name="Image 3" descr=""/>
          <p:cNvPicPr/>
          <p:nvPr/>
        </p:nvPicPr>
        <p:blipFill>
          <a:blip r:embed="rId1"/>
          <a:stretch/>
        </p:blipFill>
        <p:spPr>
          <a:xfrm>
            <a:off x="259560" y="6154560"/>
            <a:ext cx="1674720" cy="519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4" name="Image 5" descr=""/>
          <p:cNvPicPr/>
          <p:nvPr/>
        </p:nvPicPr>
        <p:blipFill>
          <a:blip r:embed="rId2"/>
          <a:stretch/>
        </p:blipFill>
        <p:spPr>
          <a:xfrm>
            <a:off x="4190760" y="1417680"/>
            <a:ext cx="4390920" cy="51670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fr-FR" sz="44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Couche Liaison - Ethernet</a:t>
            </a:r>
            <a:endParaRPr b="0" lang="fr-FR" sz="4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6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fr-FR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Communication entre 2 équipements reliés entre eux</a:t>
            </a:r>
            <a:endParaRPr b="0" lang="fr-FR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fr-FR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Adresse équipements : Adresse MAC</a:t>
            </a:r>
            <a:endParaRPr b="0" lang="fr-FR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fr-FR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Format HH.HH.HH.HH.HH.HH</a:t>
            </a:r>
            <a:endParaRPr b="0" lang="fr-FR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fr-FR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Trame :</a:t>
            </a:r>
            <a:endParaRPr b="0" lang="fr-FR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fr-FR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fr-FR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fr-FR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fr-FR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87" name="Image 3" descr=""/>
          <p:cNvPicPr/>
          <p:nvPr/>
        </p:nvPicPr>
        <p:blipFill>
          <a:blip r:embed="rId1"/>
          <a:stretch/>
        </p:blipFill>
        <p:spPr>
          <a:xfrm>
            <a:off x="259560" y="6154560"/>
            <a:ext cx="1674720" cy="519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8" name="Image 5" descr=""/>
          <p:cNvPicPr/>
          <p:nvPr/>
        </p:nvPicPr>
        <p:blipFill>
          <a:blip r:embed="rId2"/>
          <a:stretch/>
        </p:blipFill>
        <p:spPr>
          <a:xfrm>
            <a:off x="9374760" y="294840"/>
            <a:ext cx="2372040" cy="2791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9" name="Rectangle 4"/>
          <p:cNvSpPr/>
          <p:nvPr/>
        </p:nvSpPr>
        <p:spPr>
          <a:xfrm>
            <a:off x="9633600" y="2167200"/>
            <a:ext cx="2037960" cy="500400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fr-FR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90" name="Image 7" descr=""/>
          <p:cNvPicPr/>
          <p:nvPr/>
        </p:nvPicPr>
        <p:blipFill>
          <a:blip r:embed="rId3"/>
          <a:stretch/>
        </p:blipFill>
        <p:spPr>
          <a:xfrm>
            <a:off x="2161440" y="3173760"/>
            <a:ext cx="8272080" cy="31377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fr-FR" sz="44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Couche Réseau : IP</a:t>
            </a:r>
            <a:endParaRPr b="0" lang="fr-FR" sz="4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2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fr-FR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Deux Formats : IPV4 (64bits) et IPV6 (128bits)</a:t>
            </a:r>
            <a:endParaRPr b="0" lang="fr-FR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fr-FR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IPV4 : </a:t>
            </a:r>
            <a:endParaRPr b="0" lang="fr-FR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fr-FR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fr-FR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Adresse en .255 : Broadcast </a:t>
            </a:r>
            <a:endParaRPr b="0" lang="fr-FR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fr-FR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fr-FR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fr-FR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IP : 10.8.45.8/8 : Réseau, Masque, Nombre d’équipements possibles, adresse de Broadcast</a:t>
            </a:r>
            <a:endParaRPr b="0" lang="fr-FR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fr-FR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Masque /16 : Écrivez le sous la forme XXX.XXX.XXX.XXX</a:t>
            </a:r>
            <a:endParaRPr b="0" lang="fr-FR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fr-FR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fr-FR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fr-FR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fr-FR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fr-FR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93" name="Image 3" descr=""/>
          <p:cNvPicPr/>
          <p:nvPr/>
        </p:nvPicPr>
        <p:blipFill>
          <a:blip r:embed="rId1"/>
          <a:stretch/>
        </p:blipFill>
        <p:spPr>
          <a:xfrm>
            <a:off x="259560" y="6154560"/>
            <a:ext cx="1674720" cy="519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94" name="Image 5" descr=""/>
          <p:cNvPicPr/>
          <p:nvPr/>
        </p:nvPicPr>
        <p:blipFill>
          <a:blip r:embed="rId2"/>
          <a:stretch/>
        </p:blipFill>
        <p:spPr>
          <a:xfrm>
            <a:off x="9374760" y="294840"/>
            <a:ext cx="2372040" cy="2791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5" name="Rectangle 4"/>
          <p:cNvSpPr/>
          <p:nvPr/>
        </p:nvSpPr>
        <p:spPr>
          <a:xfrm>
            <a:off x="9633600" y="1825560"/>
            <a:ext cx="2037960" cy="500400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fr-FR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96" name="Image 6" descr=""/>
          <p:cNvPicPr/>
          <p:nvPr/>
        </p:nvPicPr>
        <p:blipFill>
          <a:blip r:embed="rId3"/>
          <a:stretch/>
        </p:blipFill>
        <p:spPr>
          <a:xfrm>
            <a:off x="1934640" y="2408040"/>
            <a:ext cx="6832080" cy="8373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97" name="Image 7" descr="Une image contenant texte, graphiques vectoriels&#10;&#10;Description générée automatiquement"/>
          <p:cNvPicPr/>
          <p:nvPr/>
        </p:nvPicPr>
        <p:blipFill>
          <a:blip r:embed="rId4"/>
          <a:stretch/>
        </p:blipFill>
        <p:spPr>
          <a:xfrm>
            <a:off x="4695480" y="2912040"/>
            <a:ext cx="2095200" cy="1399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8" name="ZoneTexte 8"/>
          <p:cNvSpPr/>
          <p:nvPr/>
        </p:nvSpPr>
        <p:spPr>
          <a:xfrm rot="19856400">
            <a:off x="6466680" y="3456000"/>
            <a:ext cx="2138760" cy="36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fr-FR" sz="1800" strike="noStrike" u="none">
                <a:solidFill>
                  <a:srgbClr val="ff0000"/>
                </a:solidFill>
                <a:effectLst/>
                <a:highlight>
                  <a:srgbClr val="ffff00"/>
                </a:highlight>
                <a:uFillTx/>
                <a:latin typeface="Calibri"/>
              </a:rPr>
              <a:t>Retour CM2, slide 45</a:t>
            </a: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fr-FR" sz="44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Couche Transport</a:t>
            </a:r>
            <a:endParaRPr b="0" lang="fr-FR" sz="4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0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UDP : </a:t>
            </a:r>
            <a:endParaRPr b="0" lang="fr-FR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Simple</a:t>
            </a:r>
            <a:endParaRPr b="0" lang="fr-FR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Pas de garantie de réception</a:t>
            </a:r>
            <a:endParaRPr b="0" lang="fr-FR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Streaming, Visio, DHCP, DNS</a:t>
            </a:r>
            <a:endParaRPr b="0" lang="fr-FR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endParaRPr b="0" lang="fr-FR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fr-FR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TCP : </a:t>
            </a:r>
            <a:endParaRPr b="0" lang="fr-FR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fr-FR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Contrôle de réception</a:t>
            </a:r>
            <a:endParaRPr b="0" lang="fr-FR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fr-FR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FTP, SSH, HTTP …</a:t>
            </a:r>
            <a:endParaRPr b="0" lang="fr-FR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endParaRPr b="0" lang="fr-FR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fr-FR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fr-FR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fr-FR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fr-FR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fr-FR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101" name="Image 3" descr=""/>
          <p:cNvPicPr/>
          <p:nvPr/>
        </p:nvPicPr>
        <p:blipFill>
          <a:blip r:embed="rId1"/>
          <a:stretch/>
        </p:blipFill>
        <p:spPr>
          <a:xfrm>
            <a:off x="259560" y="6154560"/>
            <a:ext cx="1674720" cy="519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02" name="Image 5" descr=""/>
          <p:cNvPicPr/>
          <p:nvPr/>
        </p:nvPicPr>
        <p:blipFill>
          <a:blip r:embed="rId2"/>
          <a:stretch/>
        </p:blipFill>
        <p:spPr>
          <a:xfrm>
            <a:off x="9374760" y="294840"/>
            <a:ext cx="2372040" cy="2791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3" name="Rectangle 4"/>
          <p:cNvSpPr/>
          <p:nvPr/>
        </p:nvSpPr>
        <p:spPr>
          <a:xfrm>
            <a:off x="9633600" y="1382400"/>
            <a:ext cx="2037960" cy="500400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fr-FR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4" name="Rectangle 6"/>
          <p:cNvSpPr/>
          <p:nvPr/>
        </p:nvSpPr>
        <p:spPr>
          <a:xfrm>
            <a:off x="5495040" y="2662200"/>
            <a:ext cx="1201680" cy="722160"/>
          </a:xfrm>
          <a:prstGeom prst="rect">
            <a:avLst/>
          </a:prstGeom>
          <a:solidFill>
            <a:srgbClr val="4472c4"/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fr-FR" sz="1800" strike="noStrike" u="none">
                <a:solidFill>
                  <a:schemeClr val="lt1"/>
                </a:solidFill>
                <a:effectLst/>
                <a:uFillTx/>
                <a:latin typeface="Calibri"/>
              </a:rPr>
              <a:t>Émetteur</a:t>
            </a:r>
            <a:endParaRPr b="0" lang="fr-F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" name="Rectangle 7"/>
          <p:cNvSpPr/>
          <p:nvPr/>
        </p:nvSpPr>
        <p:spPr>
          <a:xfrm>
            <a:off x="7535160" y="2662200"/>
            <a:ext cx="1201680" cy="722160"/>
          </a:xfrm>
          <a:prstGeom prst="rect">
            <a:avLst/>
          </a:prstGeom>
          <a:solidFill>
            <a:srgbClr val="70ad47"/>
          </a:solidFill>
          <a:ln>
            <a:solidFill>
              <a:srgbClr val="314b1f"/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fr-FR" sz="1800" strike="noStrike" u="none">
                <a:solidFill>
                  <a:schemeClr val="lt1"/>
                </a:solidFill>
                <a:effectLst/>
                <a:uFillTx/>
                <a:latin typeface="Calibri"/>
              </a:rPr>
              <a:t>Récepteur</a:t>
            </a:r>
            <a:endParaRPr b="0" lang="fr-F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" name="Rectangle 8"/>
          <p:cNvSpPr/>
          <p:nvPr/>
        </p:nvSpPr>
        <p:spPr>
          <a:xfrm>
            <a:off x="5495040" y="4304160"/>
            <a:ext cx="1201680" cy="722160"/>
          </a:xfrm>
          <a:prstGeom prst="rect">
            <a:avLst/>
          </a:prstGeom>
          <a:solidFill>
            <a:srgbClr val="4472c4"/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fr-FR" sz="1800" strike="noStrike" u="none">
                <a:solidFill>
                  <a:schemeClr val="lt1"/>
                </a:solidFill>
                <a:effectLst/>
                <a:uFillTx/>
                <a:latin typeface="Calibri"/>
              </a:rPr>
              <a:t>Émetteur</a:t>
            </a:r>
            <a:endParaRPr b="0" lang="fr-F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" name="Rectangle 9"/>
          <p:cNvSpPr/>
          <p:nvPr/>
        </p:nvSpPr>
        <p:spPr>
          <a:xfrm>
            <a:off x="7535160" y="4304160"/>
            <a:ext cx="1201680" cy="722160"/>
          </a:xfrm>
          <a:prstGeom prst="rect">
            <a:avLst/>
          </a:prstGeom>
          <a:solidFill>
            <a:srgbClr val="70ad47"/>
          </a:solidFill>
          <a:ln>
            <a:solidFill>
              <a:srgbClr val="314b1f"/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fr-FR" sz="1800" strike="noStrike" u="none">
                <a:solidFill>
                  <a:schemeClr val="lt1"/>
                </a:solidFill>
                <a:effectLst/>
                <a:uFillTx/>
                <a:latin typeface="Calibri"/>
              </a:rPr>
              <a:t>Récepteur</a:t>
            </a:r>
            <a:endParaRPr b="0" lang="fr-F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cxnSp>
        <p:nvCxnSpPr>
          <p:cNvPr id="108" name="Connecteur droit avec flèche 11"/>
          <p:cNvCxnSpPr/>
          <p:nvPr/>
        </p:nvCxnSpPr>
        <p:spPr>
          <a:xfrm>
            <a:off x="6696720" y="2883240"/>
            <a:ext cx="838800" cy="360"/>
          </a:xfrm>
          <a:prstGeom prst="straightConnector1">
            <a:avLst/>
          </a:prstGeom>
          <a:ln w="38100">
            <a:solidFill>
              <a:srgbClr val="000000"/>
            </a:solidFill>
            <a:tailEnd len="med" type="triangle" w="med"/>
          </a:ln>
        </p:spPr>
      </p:cxnSp>
      <p:cxnSp>
        <p:nvCxnSpPr>
          <p:cNvPr id="109" name="Connecteur droit avec flèche 12"/>
          <p:cNvCxnSpPr/>
          <p:nvPr/>
        </p:nvCxnSpPr>
        <p:spPr>
          <a:xfrm>
            <a:off x="6696720" y="4436640"/>
            <a:ext cx="838800" cy="360"/>
          </a:xfrm>
          <a:prstGeom prst="straightConnector1">
            <a:avLst/>
          </a:prstGeom>
          <a:ln w="38100">
            <a:solidFill>
              <a:srgbClr val="000000"/>
            </a:solidFill>
            <a:tailEnd len="med" type="triangle" w="med"/>
          </a:ln>
        </p:spPr>
      </p:cxnSp>
      <p:cxnSp>
        <p:nvCxnSpPr>
          <p:cNvPr id="110" name="Connecteur droit avec flèche 13"/>
          <p:cNvCxnSpPr/>
          <p:nvPr/>
        </p:nvCxnSpPr>
        <p:spPr>
          <a:xfrm flipH="1">
            <a:off x="6696720" y="4569480"/>
            <a:ext cx="838800" cy="360"/>
          </a:xfrm>
          <a:prstGeom prst="straightConnector1">
            <a:avLst/>
          </a:prstGeom>
          <a:ln w="38100">
            <a:solidFill>
              <a:srgbClr val="000000"/>
            </a:solidFill>
            <a:tailEnd len="med" type="triangle" w="med"/>
          </a:ln>
        </p:spPr>
      </p:cxnSp>
      <p:cxnSp>
        <p:nvCxnSpPr>
          <p:cNvPr id="111" name="Connecteur droit avec flèche 16"/>
          <p:cNvCxnSpPr/>
          <p:nvPr/>
        </p:nvCxnSpPr>
        <p:spPr>
          <a:xfrm>
            <a:off x="6696720" y="3205080"/>
            <a:ext cx="838800" cy="360"/>
          </a:xfrm>
          <a:prstGeom prst="straightConnector1">
            <a:avLst/>
          </a:prstGeom>
          <a:ln w="38100">
            <a:solidFill>
              <a:srgbClr val="000000"/>
            </a:solidFill>
            <a:tailEnd len="med" type="triangle" w="med"/>
          </a:ln>
        </p:spPr>
      </p:cxnSp>
      <p:cxnSp>
        <p:nvCxnSpPr>
          <p:cNvPr id="112" name="Connecteur droit avec flèche 17"/>
          <p:cNvCxnSpPr/>
          <p:nvPr/>
        </p:nvCxnSpPr>
        <p:spPr>
          <a:xfrm>
            <a:off x="6696720" y="4817520"/>
            <a:ext cx="838800" cy="360"/>
          </a:xfrm>
          <a:prstGeom prst="straightConnector1">
            <a:avLst/>
          </a:prstGeom>
          <a:ln w="38100">
            <a:solidFill>
              <a:srgbClr val="000000"/>
            </a:solidFill>
            <a:tailEnd len="med" type="triangle" w="med"/>
          </a:ln>
        </p:spPr>
      </p:cxnSp>
      <p:cxnSp>
        <p:nvCxnSpPr>
          <p:cNvPr id="113" name="Connecteur droit avec flèche 18"/>
          <p:cNvCxnSpPr/>
          <p:nvPr/>
        </p:nvCxnSpPr>
        <p:spPr>
          <a:xfrm flipH="1">
            <a:off x="6696720" y="4950360"/>
            <a:ext cx="838800" cy="360"/>
          </a:xfrm>
          <a:prstGeom prst="straightConnector1">
            <a:avLst/>
          </a:prstGeom>
          <a:ln w="38100">
            <a:solidFill>
              <a:srgbClr val="000000"/>
            </a:solidFill>
            <a:tailEnd len="med" type="triangle" w="med"/>
          </a:ln>
        </p:spPr>
      </p:cxn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fr-FR" sz="44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Matériel</a:t>
            </a:r>
            <a:endParaRPr b="0" lang="fr-FR" sz="4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5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HUB : Couche 2</a:t>
            </a:r>
            <a:endParaRPr b="0" lang="fr-FR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SWITCH : Couche 3</a:t>
            </a:r>
            <a:endParaRPr b="0" lang="fr-FR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Firewall/Routeur : Toutes les couches</a:t>
            </a:r>
            <a:endParaRPr b="0" lang="fr-FR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499"/>
              </a:spcBef>
              <a:buNone/>
            </a:pPr>
            <a:endParaRPr b="0" lang="fr-FR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fr-FR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fr-FR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fr-FR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fr-FR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fr-FR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116" name="Image 3" descr=""/>
          <p:cNvPicPr/>
          <p:nvPr/>
        </p:nvPicPr>
        <p:blipFill>
          <a:blip r:embed="rId1"/>
          <a:stretch/>
        </p:blipFill>
        <p:spPr>
          <a:xfrm>
            <a:off x="259560" y="6154560"/>
            <a:ext cx="1674720" cy="519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17" name="Image 5" descr=""/>
          <p:cNvPicPr/>
          <p:nvPr/>
        </p:nvPicPr>
        <p:blipFill>
          <a:blip r:embed="rId2"/>
          <a:stretch/>
        </p:blipFill>
        <p:spPr>
          <a:xfrm>
            <a:off x="9374760" y="294840"/>
            <a:ext cx="2372040" cy="2791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18" name="Image 6" descr="Une image contenant équipement électronique&#10;&#10;Description générée automatiquement"/>
          <p:cNvPicPr/>
          <p:nvPr/>
        </p:nvPicPr>
        <p:blipFill>
          <a:blip r:embed="rId3"/>
          <a:stretch/>
        </p:blipFill>
        <p:spPr>
          <a:xfrm>
            <a:off x="6682320" y="3429000"/>
            <a:ext cx="5180760" cy="24264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19" name="Image 7" descr="Une image contenant texte, musique&#10;&#10;Description générée automatiquement"/>
          <p:cNvPicPr/>
          <p:nvPr/>
        </p:nvPicPr>
        <p:blipFill>
          <a:blip r:embed="rId4"/>
          <a:stretch/>
        </p:blipFill>
        <p:spPr>
          <a:xfrm>
            <a:off x="1934640" y="3911040"/>
            <a:ext cx="3472560" cy="19443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PlaceHolder 1"/>
          <p:cNvSpPr>
            <a:spLocks noGrp="1"/>
          </p:cNvSpPr>
          <p:nvPr>
            <p:ph type="title"/>
          </p:nvPr>
        </p:nvSpPr>
        <p:spPr>
          <a:xfrm>
            <a:off x="831960" y="1709640"/>
            <a:ext cx="10515240" cy="2852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fr-FR" sz="60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Couche Transport</a:t>
            </a:r>
            <a:endParaRPr b="0" lang="fr-FR" sz="6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1" name="PlaceHolder 2"/>
          <p:cNvSpPr>
            <a:spLocks noGrp="1"/>
          </p:cNvSpPr>
          <p:nvPr>
            <p:ph/>
          </p:nvPr>
        </p:nvSpPr>
        <p:spPr>
          <a:xfrm>
            <a:off x="831960" y="4589640"/>
            <a:ext cx="10515240" cy="14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fr-FR" sz="24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NAT / PAT</a:t>
            </a:r>
            <a:endParaRPr b="0" lang="fr-FR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122" name="Image 3" descr=""/>
          <p:cNvPicPr/>
          <p:nvPr/>
        </p:nvPicPr>
        <p:blipFill>
          <a:blip r:embed="rId1"/>
          <a:stretch/>
        </p:blipFill>
        <p:spPr>
          <a:xfrm>
            <a:off x="259560" y="6154560"/>
            <a:ext cx="1674720" cy="519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23" name="Image 4" descr=""/>
          <p:cNvPicPr/>
          <p:nvPr/>
        </p:nvPicPr>
        <p:blipFill>
          <a:blip r:embed="rId2"/>
          <a:stretch/>
        </p:blipFill>
        <p:spPr>
          <a:xfrm>
            <a:off x="7358040" y="922320"/>
            <a:ext cx="4390920" cy="5167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4" name="Rectangle 5"/>
          <p:cNvSpPr/>
          <p:nvPr/>
        </p:nvSpPr>
        <p:spPr>
          <a:xfrm>
            <a:off x="8116920" y="3845880"/>
            <a:ext cx="3431160" cy="716040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fr-FR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fr-FR" sz="44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Transport – NAT / PAT</a:t>
            </a:r>
            <a:endParaRPr b="0" lang="fr-FR" sz="4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6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Objectif : </a:t>
            </a:r>
            <a:endParaRPr b="0" lang="fr-FR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Masquer les adresses des équipements (sécurité)</a:t>
            </a:r>
            <a:endParaRPr b="0" lang="fr-FR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Utiliser un faible nombre d’adresse IP publique pour un grand nombre d’adresse IP privée</a:t>
            </a:r>
            <a:endParaRPr b="0" lang="fr-FR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fr-FR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fr-FR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NAT : Network Address Translation</a:t>
            </a:r>
            <a:endParaRPr b="0" lang="fr-FR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fr-FR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PAT : Port Address Translation</a:t>
            </a:r>
            <a:endParaRPr b="0" lang="fr-FR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fr-FR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fr-FR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127" name="Image 3" descr=""/>
          <p:cNvPicPr/>
          <p:nvPr/>
        </p:nvPicPr>
        <p:blipFill>
          <a:blip r:embed="rId1"/>
          <a:stretch/>
        </p:blipFill>
        <p:spPr>
          <a:xfrm>
            <a:off x="259560" y="6154560"/>
            <a:ext cx="1674720" cy="5191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fr-FR" sz="44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Transport – NAT</a:t>
            </a:r>
            <a:endParaRPr b="0" lang="fr-FR" sz="4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9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fr-FR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4 sous réseaux en /24</a:t>
            </a:r>
            <a:endParaRPr b="0" lang="fr-FR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fr-FR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-&gt; Combien d’équipements ?</a:t>
            </a:r>
            <a:endParaRPr b="0" lang="fr-FR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fr-FR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-&gt; Combien d’adresse IP publiques ?</a:t>
            </a:r>
            <a:endParaRPr b="0" lang="fr-FR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fr-FR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130" name="Image 3" descr=""/>
          <p:cNvPicPr/>
          <p:nvPr/>
        </p:nvPicPr>
        <p:blipFill>
          <a:blip r:embed="rId1"/>
          <a:stretch/>
        </p:blipFill>
        <p:spPr>
          <a:xfrm>
            <a:off x="259560" y="6154560"/>
            <a:ext cx="1674720" cy="519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31" name="Image 5" descr=""/>
          <p:cNvPicPr/>
          <p:nvPr/>
        </p:nvPicPr>
        <p:blipFill>
          <a:blip r:embed="rId2"/>
          <a:stretch/>
        </p:blipFill>
        <p:spPr>
          <a:xfrm>
            <a:off x="4455720" y="1513080"/>
            <a:ext cx="6897600" cy="4640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2" name="Rectangle 4"/>
          <p:cNvSpPr/>
          <p:nvPr/>
        </p:nvSpPr>
        <p:spPr>
          <a:xfrm>
            <a:off x="4358160" y="3878280"/>
            <a:ext cx="1201680" cy="36108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fr-FR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IP</a:t>
            </a: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fr-FR" sz="44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Transport – NAT</a:t>
            </a:r>
            <a:endParaRPr b="0" lang="fr-FR" sz="4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4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fr-FR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4 sous réseaux en /24</a:t>
            </a:r>
            <a:endParaRPr b="0" lang="fr-FR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fr-FR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-&gt; 1000 Équipements</a:t>
            </a:r>
            <a:endParaRPr b="0" lang="fr-FR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fr-FR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-&gt; 1000 Adresses IP publiques</a:t>
            </a:r>
            <a:endParaRPr b="0" lang="fr-FR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fr-FR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135" name="Image 3" descr=""/>
          <p:cNvPicPr/>
          <p:nvPr/>
        </p:nvPicPr>
        <p:blipFill>
          <a:blip r:embed="rId1"/>
          <a:stretch/>
        </p:blipFill>
        <p:spPr>
          <a:xfrm>
            <a:off x="259560" y="6154560"/>
            <a:ext cx="1674720" cy="519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36" name="Image 5" descr=""/>
          <p:cNvPicPr/>
          <p:nvPr/>
        </p:nvPicPr>
        <p:blipFill>
          <a:blip r:embed="rId2"/>
          <a:stretch/>
        </p:blipFill>
        <p:spPr>
          <a:xfrm>
            <a:off x="4455720" y="1513080"/>
            <a:ext cx="6897600" cy="46407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fr-FR" sz="44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Transport – NAT</a:t>
            </a:r>
            <a:endParaRPr b="0" lang="fr-FR" sz="4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8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fr-FR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L’idée :</a:t>
            </a:r>
            <a:endParaRPr b="0" lang="fr-FR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fr-FR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Les équipements n’ont pas besoin d’une </a:t>
            </a:r>
            <a:endParaRPr b="0" lang="fr-FR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fr-FR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adresse IP publique en permanence</a:t>
            </a:r>
            <a:endParaRPr b="0" lang="fr-FR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fr-FR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fr-FR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Ils vont se partager </a:t>
            </a:r>
            <a:endParaRPr b="0" lang="fr-FR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fr-FR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un « pool » d’adresse IP</a:t>
            </a:r>
            <a:endParaRPr b="0" lang="fr-FR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fr-FR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139" name="Image 3" descr=""/>
          <p:cNvPicPr/>
          <p:nvPr/>
        </p:nvPicPr>
        <p:blipFill>
          <a:blip r:embed="rId1"/>
          <a:stretch/>
        </p:blipFill>
        <p:spPr>
          <a:xfrm>
            <a:off x="259560" y="6154560"/>
            <a:ext cx="1674720" cy="519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40" name="Image 5" descr=""/>
          <p:cNvPicPr/>
          <p:nvPr/>
        </p:nvPicPr>
        <p:blipFill>
          <a:blip r:embed="rId2"/>
          <a:stretch/>
        </p:blipFill>
        <p:spPr>
          <a:xfrm>
            <a:off x="4455720" y="1513080"/>
            <a:ext cx="6897600" cy="46407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fr-FR" sz="44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Transport – NAT</a:t>
            </a:r>
            <a:endParaRPr b="0" lang="fr-FR" sz="4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2" name="PlaceHolder 2"/>
          <p:cNvSpPr>
            <a:spLocks noGrp="1"/>
          </p:cNvSpPr>
          <p:nvPr>
            <p:ph/>
          </p:nvPr>
        </p:nvSpPr>
        <p:spPr>
          <a:xfrm>
            <a:off x="838080" y="180288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fr-FR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4 sous réseaux en /24</a:t>
            </a:r>
            <a:endParaRPr b="0" lang="fr-FR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fr-FR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-&gt; 1000 Équipements</a:t>
            </a:r>
            <a:endParaRPr b="0" lang="fr-FR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fr-FR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-&gt; 255 Adresses IP publiques</a:t>
            </a:r>
            <a:endParaRPr b="0" lang="fr-FR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fr-FR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143" name="Image 3" descr=""/>
          <p:cNvPicPr/>
          <p:nvPr/>
        </p:nvPicPr>
        <p:blipFill>
          <a:blip r:embed="rId1"/>
          <a:stretch/>
        </p:blipFill>
        <p:spPr>
          <a:xfrm>
            <a:off x="259560" y="6154560"/>
            <a:ext cx="1674720" cy="519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44" name="Image 5" descr=""/>
          <p:cNvPicPr/>
          <p:nvPr/>
        </p:nvPicPr>
        <p:blipFill>
          <a:blip r:embed="rId2"/>
          <a:stretch/>
        </p:blipFill>
        <p:spPr>
          <a:xfrm>
            <a:off x="4455720" y="1513080"/>
            <a:ext cx="6897600" cy="4640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5" name="Rectangle 4"/>
          <p:cNvSpPr/>
          <p:nvPr/>
        </p:nvSpPr>
        <p:spPr>
          <a:xfrm>
            <a:off x="4358160" y="3878280"/>
            <a:ext cx="1201680" cy="36108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fr-FR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255</a:t>
            </a: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Rectangle 6"/>
          <p:cNvSpPr/>
          <p:nvPr/>
        </p:nvSpPr>
        <p:spPr>
          <a:xfrm>
            <a:off x="3856680" y="5775120"/>
            <a:ext cx="4116960" cy="4914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fr-FR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NAT de 12.168/16</a:t>
            </a: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0" lang="fr-FR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Vers 193.48.100/24 </a:t>
            </a: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Rectangle 7"/>
          <p:cNvSpPr/>
          <p:nvPr/>
        </p:nvSpPr>
        <p:spPr>
          <a:xfrm>
            <a:off x="3899160" y="4709160"/>
            <a:ext cx="1660680" cy="4914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fr-FR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193.148.100/24 </a:t>
            </a: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fr-FR" sz="44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Transport – NAT</a:t>
            </a:r>
            <a:endParaRPr b="0" lang="fr-FR" sz="4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9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444996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fr-FR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4 sous réseaux en /16</a:t>
            </a:r>
            <a:endParaRPr b="0" lang="fr-FR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fr-FR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-&gt; ???? Équipements</a:t>
            </a:r>
            <a:endParaRPr b="0" lang="fr-FR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fr-FR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-&gt; 255 Adresses IP publiques</a:t>
            </a:r>
            <a:endParaRPr b="0" lang="fr-FR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fr-FR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150" name="Image 3" descr=""/>
          <p:cNvPicPr/>
          <p:nvPr/>
        </p:nvPicPr>
        <p:blipFill>
          <a:blip r:embed="rId1"/>
          <a:stretch/>
        </p:blipFill>
        <p:spPr>
          <a:xfrm>
            <a:off x="259560" y="6154560"/>
            <a:ext cx="1674720" cy="519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51" name="Image 6" descr=""/>
          <p:cNvPicPr/>
          <p:nvPr/>
        </p:nvPicPr>
        <p:blipFill>
          <a:blip r:embed="rId2"/>
          <a:stretch/>
        </p:blipFill>
        <p:spPr>
          <a:xfrm>
            <a:off x="4879440" y="1239480"/>
            <a:ext cx="6473880" cy="5173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2" name="Rectangle 7"/>
          <p:cNvSpPr/>
          <p:nvPr/>
        </p:nvSpPr>
        <p:spPr>
          <a:xfrm>
            <a:off x="5288400" y="6176880"/>
            <a:ext cx="2092320" cy="4964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fr-FR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3" name="Rectangle 8"/>
          <p:cNvSpPr/>
          <p:nvPr/>
        </p:nvSpPr>
        <p:spPr>
          <a:xfrm>
            <a:off x="6983280" y="5917320"/>
            <a:ext cx="806400" cy="4964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fr-FR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fr-FR" sz="44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Transport – NAT</a:t>
            </a:r>
            <a:endParaRPr b="0" lang="fr-FR" sz="4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5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444996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fr-FR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4 sous réseaux en /16</a:t>
            </a:r>
            <a:endParaRPr b="0" lang="fr-FR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fr-FR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-&gt; 250000 Équipements</a:t>
            </a:r>
            <a:endParaRPr b="0" lang="fr-FR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fr-FR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-&gt; 255 Adresses IP publiques</a:t>
            </a:r>
            <a:endParaRPr b="0" lang="fr-FR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fr-FR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156" name="Image 3" descr=""/>
          <p:cNvPicPr/>
          <p:nvPr/>
        </p:nvPicPr>
        <p:blipFill>
          <a:blip r:embed="rId1"/>
          <a:stretch/>
        </p:blipFill>
        <p:spPr>
          <a:xfrm>
            <a:off x="259560" y="6154560"/>
            <a:ext cx="1674720" cy="519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57" name="Image 6" descr=""/>
          <p:cNvPicPr/>
          <p:nvPr/>
        </p:nvPicPr>
        <p:blipFill>
          <a:blip r:embed="rId2"/>
          <a:stretch/>
        </p:blipFill>
        <p:spPr>
          <a:xfrm>
            <a:off x="4879440" y="1239480"/>
            <a:ext cx="6473880" cy="5173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8" name="Rectangle 7"/>
          <p:cNvSpPr/>
          <p:nvPr/>
        </p:nvSpPr>
        <p:spPr>
          <a:xfrm>
            <a:off x="5288400" y="6176880"/>
            <a:ext cx="2092320" cy="4964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fr-FR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9" name="Rectangle 8"/>
          <p:cNvSpPr/>
          <p:nvPr/>
        </p:nvSpPr>
        <p:spPr>
          <a:xfrm>
            <a:off x="6983280" y="5917320"/>
            <a:ext cx="806400" cy="4964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fr-FR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fr-FR" sz="44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Transport – NAT</a:t>
            </a:r>
            <a:endParaRPr b="0" lang="fr-FR" sz="4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1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Certains équipements (serveurs ..) doivent toujours être adressables</a:t>
            </a:r>
            <a:endParaRPr b="0" lang="fr-FR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Définition dans le routeur que l’adresse IP ne peut pas être réutilisée</a:t>
            </a:r>
            <a:endParaRPr b="0" lang="fr-FR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499"/>
              </a:spcBef>
              <a:buNone/>
            </a:pPr>
            <a:endParaRPr b="0" lang="fr-FR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Durée avant réutilisation ? 20min, 1 h ?</a:t>
            </a:r>
            <a:endParaRPr b="0" lang="fr-FR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</a:pPr>
            <a:endParaRPr b="0" lang="fr-FR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Problématique de fragmentation</a:t>
            </a:r>
            <a:endParaRPr b="0" lang="fr-FR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fr-FR" sz="44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Transport – PAT</a:t>
            </a:r>
            <a:endParaRPr b="0" lang="fr-FR" sz="4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3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489708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fr-FR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4 sous réseaux en /16</a:t>
            </a:r>
            <a:endParaRPr b="0" lang="fr-FR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fr-FR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-&gt; 250000 Équipements</a:t>
            </a:r>
            <a:endParaRPr b="0" lang="fr-FR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fr-FR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-&gt; 1 Adresse IP publique</a:t>
            </a:r>
            <a:endParaRPr b="0" lang="fr-FR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fr-FR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fr-FR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Le routeur attribue un numéro de port pour chaque équipement/flux</a:t>
            </a:r>
            <a:endParaRPr b="0" lang="fr-FR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fr-FR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164" name="Image 3" descr=""/>
          <p:cNvPicPr/>
          <p:nvPr/>
        </p:nvPicPr>
        <p:blipFill>
          <a:blip r:embed="rId1"/>
          <a:stretch/>
        </p:blipFill>
        <p:spPr>
          <a:xfrm>
            <a:off x="259560" y="6154560"/>
            <a:ext cx="1674720" cy="519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5" name="Rectangle 7"/>
          <p:cNvSpPr/>
          <p:nvPr/>
        </p:nvSpPr>
        <p:spPr>
          <a:xfrm>
            <a:off x="5288400" y="6176880"/>
            <a:ext cx="2092320" cy="4964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fr-FR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6" name="Rectangle 8"/>
          <p:cNvSpPr/>
          <p:nvPr/>
        </p:nvSpPr>
        <p:spPr>
          <a:xfrm>
            <a:off x="6983280" y="5917320"/>
            <a:ext cx="806400" cy="4964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fr-FR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167" name="Image 5" descr=""/>
          <p:cNvPicPr/>
          <p:nvPr/>
        </p:nvPicPr>
        <p:blipFill>
          <a:blip r:embed="rId2"/>
          <a:stretch/>
        </p:blipFill>
        <p:spPr>
          <a:xfrm>
            <a:off x="5644080" y="1076400"/>
            <a:ext cx="6288120" cy="49762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fr-FR" sz="44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Transport – PAT</a:t>
            </a:r>
            <a:endParaRPr b="0" lang="fr-FR" sz="4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9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819468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fr-FR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10.101.0.25:14573 connexion vers 142.250.200.227:80</a:t>
            </a:r>
            <a:endParaRPr b="0" lang="fr-FR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fr-FR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Routeur change le port source et l’IP :</a:t>
            </a:r>
            <a:endParaRPr b="0" lang="fr-FR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fr-FR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193.48.100.62:1001</a:t>
            </a:r>
            <a:endParaRPr b="0" lang="fr-FR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fr-FR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fr-FR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Au retour, si la trame possède le numéro de port</a:t>
            </a:r>
            <a:endParaRPr b="0" lang="fr-FR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fr-FR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1001, le routeur effectue la modification inverse</a:t>
            </a:r>
            <a:endParaRPr b="0" lang="fr-FR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fr-FR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,il envoi la trame à 10.101.0.25:14573</a:t>
            </a:r>
            <a:endParaRPr b="0" lang="fr-FR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fr-FR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170" name="Image 3" descr=""/>
          <p:cNvPicPr/>
          <p:nvPr/>
        </p:nvPicPr>
        <p:blipFill>
          <a:blip r:embed="rId1"/>
          <a:stretch/>
        </p:blipFill>
        <p:spPr>
          <a:xfrm>
            <a:off x="259560" y="6154560"/>
            <a:ext cx="1674720" cy="519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1" name="Rectangle 7"/>
          <p:cNvSpPr/>
          <p:nvPr/>
        </p:nvSpPr>
        <p:spPr>
          <a:xfrm>
            <a:off x="5288400" y="6176880"/>
            <a:ext cx="2092320" cy="4964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fr-FR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2" name="Rectangle 8"/>
          <p:cNvSpPr/>
          <p:nvPr/>
        </p:nvSpPr>
        <p:spPr>
          <a:xfrm>
            <a:off x="6983280" y="5917320"/>
            <a:ext cx="806400" cy="4964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fr-FR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173" name="Image 5" descr=""/>
          <p:cNvPicPr/>
          <p:nvPr/>
        </p:nvPicPr>
        <p:blipFill>
          <a:blip r:embed="rId2"/>
          <a:stretch/>
        </p:blipFill>
        <p:spPr>
          <a:xfrm>
            <a:off x="7309080" y="1328760"/>
            <a:ext cx="4882320" cy="3863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4" name="Rectangle 4"/>
          <p:cNvSpPr/>
          <p:nvPr/>
        </p:nvSpPr>
        <p:spPr>
          <a:xfrm>
            <a:off x="7441200" y="5193360"/>
            <a:ext cx="2170440" cy="3567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fr-FR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193.48.100.62 </a:t>
            </a: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PlaceHolder 1"/>
          <p:cNvSpPr>
            <a:spLocks noGrp="1"/>
          </p:cNvSpPr>
          <p:nvPr>
            <p:ph type="title"/>
          </p:nvPr>
        </p:nvSpPr>
        <p:spPr>
          <a:xfrm>
            <a:off x="831960" y="1709640"/>
            <a:ext cx="10515240" cy="2852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fr-FR" sz="60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Couche Réseau</a:t>
            </a:r>
            <a:endParaRPr b="0" lang="fr-FR" sz="6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6" name="PlaceHolder 2"/>
          <p:cNvSpPr>
            <a:spLocks noGrp="1"/>
          </p:cNvSpPr>
          <p:nvPr>
            <p:ph/>
          </p:nvPr>
        </p:nvSpPr>
        <p:spPr>
          <a:xfrm>
            <a:off x="831960" y="4589640"/>
            <a:ext cx="10515240" cy="14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fr-FR" sz="24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IPV6</a:t>
            </a:r>
            <a:endParaRPr b="0" lang="fr-FR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177" name="Image 3" descr=""/>
          <p:cNvPicPr/>
          <p:nvPr/>
        </p:nvPicPr>
        <p:blipFill>
          <a:blip r:embed="rId1"/>
          <a:stretch/>
        </p:blipFill>
        <p:spPr>
          <a:xfrm>
            <a:off x="259560" y="6154560"/>
            <a:ext cx="1674720" cy="519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78" name="Image 4" descr=""/>
          <p:cNvPicPr/>
          <p:nvPr/>
        </p:nvPicPr>
        <p:blipFill>
          <a:blip r:embed="rId2"/>
          <a:stretch/>
        </p:blipFill>
        <p:spPr>
          <a:xfrm>
            <a:off x="7358040" y="922320"/>
            <a:ext cx="4390920" cy="5167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9" name="Rectangle 5"/>
          <p:cNvSpPr/>
          <p:nvPr/>
        </p:nvSpPr>
        <p:spPr>
          <a:xfrm>
            <a:off x="8116920" y="3845880"/>
            <a:ext cx="3431160" cy="716040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fr-FR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fr-FR" sz="44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Couche – Réseau – IPV6</a:t>
            </a:r>
            <a:endParaRPr b="0" lang="fr-FR" sz="4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1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Le constat : pénurie d’adresse IPV4 (Malgré sous-réseaux et PAT…)</a:t>
            </a:r>
            <a:endParaRPr b="0" lang="fr-FR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32bits -&gt; 4 milliards d’adresses disponibles</a:t>
            </a:r>
            <a:endParaRPr b="0" lang="fr-FR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2011 : Tous les blocs d’adresse IP distribués aux RIR</a:t>
            </a:r>
            <a:endParaRPr b="0" lang="fr-FR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499"/>
              </a:spcBef>
              <a:buNone/>
            </a:pPr>
            <a:endParaRPr b="0" lang="fr-FR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endParaRPr b="0" lang="fr-FR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fr-FR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IPV6</a:t>
            </a:r>
            <a:endParaRPr b="0" lang="fr-FR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fr-FR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2^128 : 340.10</a:t>
            </a:r>
            <a:r>
              <a:rPr b="0" lang="fr-FR" sz="2400" strike="noStrike" u="none" baseline="30000">
                <a:solidFill>
                  <a:schemeClr val="dk1"/>
                </a:solidFill>
                <a:effectLst/>
                <a:uFillTx/>
                <a:latin typeface="Calibri"/>
              </a:rPr>
              <a:t>36 </a:t>
            </a:r>
            <a:r>
              <a:rPr b="0" lang="fr-FR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adresses disponibles</a:t>
            </a:r>
            <a:endParaRPr b="0" lang="fr-FR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fr-FR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Réserve illimitée : correspond 10</a:t>
            </a:r>
            <a:r>
              <a:rPr b="0" lang="fr-FR" sz="2400" strike="noStrike" u="none" baseline="30000">
                <a:solidFill>
                  <a:schemeClr val="dk1"/>
                </a:solidFill>
                <a:effectLst/>
                <a:uFillTx/>
                <a:latin typeface="Calibri"/>
              </a:rPr>
              <a:t>18</a:t>
            </a:r>
            <a:r>
              <a:rPr b="0" lang="fr-FR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 par mm² de la terre</a:t>
            </a:r>
            <a:endParaRPr b="0" lang="fr-FR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fr-FR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fr-FR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182" name="Image 3" descr=""/>
          <p:cNvPicPr/>
          <p:nvPr/>
        </p:nvPicPr>
        <p:blipFill>
          <a:blip r:embed="rId1"/>
          <a:stretch/>
        </p:blipFill>
        <p:spPr>
          <a:xfrm>
            <a:off x="259560" y="6154560"/>
            <a:ext cx="1674720" cy="519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83" name="Image 5" descr=""/>
          <p:cNvPicPr/>
          <p:nvPr/>
        </p:nvPicPr>
        <p:blipFill>
          <a:blip r:embed="rId2"/>
          <a:stretch/>
        </p:blipFill>
        <p:spPr>
          <a:xfrm>
            <a:off x="7959240" y="2057400"/>
            <a:ext cx="4335480" cy="34682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fr-FR" sz="44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Couche – Réseau – IPV6</a:t>
            </a:r>
            <a:endParaRPr b="0" lang="fr-FR" sz="4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5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85000" lnSpcReduction="9999"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Format :</a:t>
            </a:r>
            <a:endParaRPr b="0" lang="fr-FR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fr-FR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fr-FR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Notation : 8 Groupes de 2 Octets : </a:t>
            </a:r>
            <a:endParaRPr b="0" lang="fr-FR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fr-FR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2001:0db8:0000:85a3:0000:0000:ac1f:8001</a:t>
            </a:r>
            <a:endParaRPr b="0" lang="fr-FR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fr-FR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2001:db8:0:85a3:0:0:ac1f:8001 (On peut retirer les 0 non significatifs)</a:t>
            </a:r>
            <a:endParaRPr b="0" lang="fr-FR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fr-FR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2001:db8:0:85a3::ac1f:8001 (Une suite de plusieurs groupe 0 peuvent être retirés)</a:t>
            </a:r>
            <a:endParaRPr b="0" lang="fr-FR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fr-FR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Masque de sous réseau : idem IPV4</a:t>
            </a:r>
            <a:endParaRPr b="0" lang="fr-FR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fr-FR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Propriété :</a:t>
            </a:r>
            <a:endParaRPr b="0" lang="fr-FR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fr-FR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Unique ! Plus besoin de PAT/NAT</a:t>
            </a:r>
            <a:endParaRPr b="0" lang="fr-FR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endParaRPr b="0" lang="fr-FR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fr-FR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Adresses spécifiques</a:t>
            </a:r>
            <a:endParaRPr b="0" lang="fr-FR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fr-FR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127.0.0.1 -&gt; ::1/128</a:t>
            </a:r>
            <a:endParaRPr b="0" lang="fr-FR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fr-FR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fr-FR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186" name="Image 3" descr=""/>
          <p:cNvPicPr/>
          <p:nvPr/>
        </p:nvPicPr>
        <p:blipFill>
          <a:blip r:embed="rId1"/>
          <a:stretch/>
        </p:blipFill>
        <p:spPr>
          <a:xfrm>
            <a:off x="259560" y="6154560"/>
            <a:ext cx="1674720" cy="519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87" name="Image 6" descr=""/>
          <p:cNvPicPr/>
          <p:nvPr/>
        </p:nvPicPr>
        <p:blipFill>
          <a:blip r:embed="rId2"/>
          <a:stretch/>
        </p:blipFill>
        <p:spPr>
          <a:xfrm>
            <a:off x="2772720" y="1400760"/>
            <a:ext cx="8105400" cy="10760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fr-FR" sz="44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Couche – Réseau – IPV6</a:t>
            </a:r>
            <a:endParaRPr b="0" lang="fr-FR" sz="4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9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Allocation des adresses IP V6 :</a:t>
            </a:r>
            <a:endParaRPr b="0" lang="fr-FR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</a:pPr>
            <a:endParaRPr b="0" lang="fr-FR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</a:pPr>
            <a:endParaRPr b="0" lang="fr-FR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</a:pPr>
            <a:endParaRPr b="0" lang="fr-FR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IANA distribue au 5 RIR : 3 bits : </a:t>
            </a:r>
            <a:endParaRPr b="0" lang="fr-FR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Les RIR distribue des blocs aux LIR (FAI et grosses sociétés) : 20 bits</a:t>
            </a:r>
            <a:endParaRPr b="0" lang="fr-FR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Chaque LIR « prête » d’une adresse /64 à ses clients</a:t>
            </a:r>
            <a:endParaRPr b="0" lang="fr-FR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190" name="Image 6" descr=""/>
          <p:cNvPicPr/>
          <p:nvPr/>
        </p:nvPicPr>
        <p:blipFill>
          <a:blip r:embed="rId1"/>
          <a:stretch/>
        </p:blipFill>
        <p:spPr>
          <a:xfrm>
            <a:off x="1903680" y="2371680"/>
            <a:ext cx="7410960" cy="1056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1" name="ZoneTexte 7"/>
          <p:cNvSpPr/>
          <p:nvPr/>
        </p:nvSpPr>
        <p:spPr>
          <a:xfrm>
            <a:off x="7941960" y="2002320"/>
            <a:ext cx="3894480" cy="36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fr-FR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Identifiant machine dans le sous réseau</a:t>
            </a: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92" name="Connecteur droit avec flèche 9"/>
          <p:cNvCxnSpPr/>
          <p:nvPr/>
        </p:nvCxnSpPr>
        <p:spPr>
          <a:xfrm flipH="1">
            <a:off x="7809120" y="2371320"/>
            <a:ext cx="1003320" cy="468000"/>
          </a:xfrm>
          <a:prstGeom prst="straightConnector1">
            <a:avLst/>
          </a:prstGeom>
          <a:ln w="38100">
            <a:solidFill>
              <a:srgbClr val="4472c4"/>
            </a:solidFill>
            <a:tailEnd len="med" type="triangle" w="med"/>
          </a:ln>
        </p:spPr>
      </p:cxn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fr-FR" sz="44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Couche – Réseau – IPV6</a:t>
            </a:r>
            <a:endParaRPr b="0" lang="fr-FR" sz="4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4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Plus besoin de faire de NAT ou PAT</a:t>
            </a:r>
            <a:endParaRPr b="0" lang="fr-FR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</a:pPr>
            <a:endParaRPr b="0" lang="fr-FR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Contrepartie : les équipements sont directement accessibles depuis le web (On active le firewall de la box !)</a:t>
            </a:r>
            <a:endParaRPr b="0" lang="fr-FR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PlaceHolder 1"/>
          <p:cNvSpPr>
            <a:spLocks noGrp="1"/>
          </p:cNvSpPr>
          <p:nvPr>
            <p:ph type="title"/>
          </p:nvPr>
        </p:nvSpPr>
        <p:spPr>
          <a:xfrm>
            <a:off x="831960" y="1709640"/>
            <a:ext cx="10515240" cy="2852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fr-FR" sz="60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Quelques protocoles</a:t>
            </a:r>
            <a:endParaRPr b="0" lang="fr-FR" sz="6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6" name="PlaceHolder 2"/>
          <p:cNvSpPr>
            <a:spLocks noGrp="1"/>
          </p:cNvSpPr>
          <p:nvPr>
            <p:ph/>
          </p:nvPr>
        </p:nvSpPr>
        <p:spPr>
          <a:xfrm>
            <a:off x="831960" y="4589640"/>
            <a:ext cx="10515240" cy="14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fr-FR" sz="2400" strike="noStrike" u="none">
              <a:solidFill>
                <a:schemeClr val="dk1">
                  <a:tint val="75000"/>
                </a:schemeClr>
              </a:solidFill>
              <a:effectLst/>
              <a:uFillTx/>
              <a:latin typeface="Calibri"/>
            </a:endParaRPr>
          </a:p>
        </p:txBody>
      </p:sp>
      <p:pic>
        <p:nvPicPr>
          <p:cNvPr id="197" name="Image 3" descr=""/>
          <p:cNvPicPr/>
          <p:nvPr/>
        </p:nvPicPr>
        <p:blipFill>
          <a:blip r:embed="rId1"/>
          <a:stretch/>
        </p:blipFill>
        <p:spPr>
          <a:xfrm>
            <a:off x="259560" y="6154560"/>
            <a:ext cx="1674720" cy="5191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fr-FR" sz="44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Protocole FTP - Présentation</a:t>
            </a:r>
            <a:endParaRPr b="0" lang="fr-FR" sz="4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9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File Transfer Protocol</a:t>
            </a:r>
            <a:endParaRPr b="0" lang="fr-FR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Objectif :</a:t>
            </a:r>
            <a:endParaRPr b="0" lang="fr-FR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Transférer des fichiers</a:t>
            </a:r>
            <a:endParaRPr b="0" lang="fr-FR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499"/>
              </a:spcBef>
              <a:buNone/>
            </a:pPr>
            <a:endParaRPr b="0" lang="fr-FR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Fonctionnement Client / Serveur</a:t>
            </a:r>
            <a:endParaRPr b="0" lang="fr-FR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Port TCP 20 &amp; 21 (Par défaut)</a:t>
            </a:r>
            <a:endParaRPr b="0" lang="fr-FR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fr-FR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200" name="Image 3" descr=""/>
          <p:cNvPicPr/>
          <p:nvPr/>
        </p:nvPicPr>
        <p:blipFill>
          <a:blip r:embed="rId1"/>
          <a:stretch/>
        </p:blipFill>
        <p:spPr>
          <a:xfrm>
            <a:off x="259560" y="6154560"/>
            <a:ext cx="1674720" cy="519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01" name="Image 5" descr="Une image contenant texte, horloge&#10;&#10;Description générée automatiquement"/>
          <p:cNvPicPr/>
          <p:nvPr/>
        </p:nvPicPr>
        <p:blipFill>
          <a:blip r:embed="rId2"/>
          <a:stretch/>
        </p:blipFill>
        <p:spPr>
          <a:xfrm>
            <a:off x="6647040" y="1995480"/>
            <a:ext cx="5030640" cy="25340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fr-FR" sz="44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Protocole FTP - Fonctionnement</a:t>
            </a:r>
            <a:endParaRPr b="0" lang="fr-FR" sz="4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3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</a:pPr>
            <a:endParaRPr b="0" lang="fr-FR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Attention : tout en clair !</a:t>
            </a:r>
            <a:endParaRPr b="0" lang="fr-FR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</a:pPr>
            <a:endParaRPr b="0" lang="fr-FR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Mode actif : uniquement LAN (sauf si</a:t>
            </a:r>
            <a:endParaRPr b="0" lang="fr-FR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fr-FR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Ajout des règles dans le routeur)</a:t>
            </a:r>
            <a:endParaRPr b="0" lang="fr-FR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fr-FR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fr-FR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Outil : Filezilla</a:t>
            </a:r>
            <a:endParaRPr b="0" lang="fr-FR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fr-FR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204" name="Image 3" descr=""/>
          <p:cNvPicPr/>
          <p:nvPr/>
        </p:nvPicPr>
        <p:blipFill>
          <a:blip r:embed="rId1"/>
          <a:stretch/>
        </p:blipFill>
        <p:spPr>
          <a:xfrm>
            <a:off x="259560" y="6154560"/>
            <a:ext cx="1674720" cy="519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05" name="Image 6" descr=""/>
          <p:cNvPicPr/>
          <p:nvPr/>
        </p:nvPicPr>
        <p:blipFill>
          <a:blip r:embed="rId2"/>
          <a:stretch/>
        </p:blipFill>
        <p:spPr>
          <a:xfrm>
            <a:off x="7029000" y="1972080"/>
            <a:ext cx="3563640" cy="17409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06" name="Image 5" descr=""/>
          <p:cNvPicPr/>
          <p:nvPr/>
        </p:nvPicPr>
        <p:blipFill>
          <a:blip r:embed="rId3"/>
          <a:stretch/>
        </p:blipFill>
        <p:spPr>
          <a:xfrm>
            <a:off x="7029000" y="4280760"/>
            <a:ext cx="3563640" cy="1740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7" name="ZoneTexte 7"/>
          <p:cNvSpPr/>
          <p:nvPr/>
        </p:nvSpPr>
        <p:spPr>
          <a:xfrm>
            <a:off x="8198280" y="3753360"/>
            <a:ext cx="1224720" cy="36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fr-FR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Mode Actif</a:t>
            </a: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8" name="ZoneTexte 8"/>
          <p:cNvSpPr/>
          <p:nvPr/>
        </p:nvSpPr>
        <p:spPr>
          <a:xfrm>
            <a:off x="8198280" y="6032520"/>
            <a:ext cx="1320840" cy="36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fr-FR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Mode Passif</a:t>
            </a: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fr-FR" sz="44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Protocole - Telnet</a:t>
            </a:r>
            <a:endParaRPr b="0" lang="fr-FR" sz="4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0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Objectif : Échange de ligne de texte entre serveur/client</a:t>
            </a:r>
            <a:endParaRPr b="0" lang="fr-FR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Utilisé pour l’administration de serveur</a:t>
            </a:r>
            <a:endParaRPr b="0" lang="fr-FR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Port : 23 </a:t>
            </a:r>
            <a:endParaRPr b="0" lang="fr-FR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Attention : Toutes les </a:t>
            </a:r>
            <a:endParaRPr b="0" lang="fr-FR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fr-FR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données sont en clair !</a:t>
            </a:r>
            <a:endParaRPr b="0" lang="fr-FR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fr-FR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211" name="Image 3" descr=""/>
          <p:cNvPicPr/>
          <p:nvPr/>
        </p:nvPicPr>
        <p:blipFill>
          <a:blip r:embed="rId1"/>
          <a:stretch/>
        </p:blipFill>
        <p:spPr>
          <a:xfrm>
            <a:off x="259560" y="6154560"/>
            <a:ext cx="1674720" cy="519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12" name="Image 5" descr=""/>
          <p:cNvPicPr/>
          <p:nvPr/>
        </p:nvPicPr>
        <p:blipFill>
          <a:blip r:embed="rId2"/>
          <a:stretch/>
        </p:blipFill>
        <p:spPr>
          <a:xfrm>
            <a:off x="5347080" y="2866320"/>
            <a:ext cx="6446520" cy="36259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fr-FR" sz="44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Protocole – SSH – Secur SHell</a:t>
            </a:r>
            <a:endParaRPr b="0" lang="fr-FR" sz="4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4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Successeur de Telnet</a:t>
            </a:r>
            <a:endParaRPr b="0" lang="fr-FR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Administration de serveur</a:t>
            </a:r>
            <a:endParaRPr b="0" lang="fr-FR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TCP 22</a:t>
            </a:r>
            <a:endParaRPr b="0" lang="fr-FR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</a:pPr>
            <a:endParaRPr b="0" lang="fr-FR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Flux sécurisés</a:t>
            </a:r>
            <a:endParaRPr b="0" lang="fr-FR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Connection :</a:t>
            </a:r>
            <a:endParaRPr b="0" lang="fr-FR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mot de passe</a:t>
            </a:r>
            <a:endParaRPr b="0" lang="fr-FR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Clé</a:t>
            </a:r>
            <a:endParaRPr b="0" lang="fr-FR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fr-FR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215" name="Image 3" descr=""/>
          <p:cNvPicPr/>
          <p:nvPr/>
        </p:nvPicPr>
        <p:blipFill>
          <a:blip r:embed="rId1"/>
          <a:stretch/>
        </p:blipFill>
        <p:spPr>
          <a:xfrm>
            <a:off x="259560" y="6154560"/>
            <a:ext cx="1674720" cy="519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16" name="Image 10" descr="Une image contenant table&#10;&#10;Description générée automatiquement"/>
          <p:cNvPicPr/>
          <p:nvPr/>
        </p:nvPicPr>
        <p:blipFill>
          <a:blip r:embed="rId2"/>
          <a:stretch/>
        </p:blipFill>
        <p:spPr>
          <a:xfrm>
            <a:off x="3466440" y="2983320"/>
            <a:ext cx="8465760" cy="25027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fr-FR" sz="44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Protocole - SSH</a:t>
            </a:r>
            <a:endParaRPr b="0" lang="fr-FR" sz="4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8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Possibilité de faire du tunnelling : permet de sécuriser une connexion qui ne l’est pas</a:t>
            </a:r>
            <a:endParaRPr b="0" lang="fr-FR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SFTP (Différent de FTPS) -&gt; FTP en utilisant SSH</a:t>
            </a:r>
            <a:endParaRPr b="0" lang="fr-FR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SCP -&gt; Copy en utilisant SSH</a:t>
            </a:r>
            <a:endParaRPr b="0" lang="fr-FR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Reverse SSH</a:t>
            </a:r>
            <a:endParaRPr b="0" lang="fr-FR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219" name="Image 3" descr=""/>
          <p:cNvPicPr/>
          <p:nvPr/>
        </p:nvPicPr>
        <p:blipFill>
          <a:blip r:embed="rId1"/>
          <a:stretch/>
        </p:blipFill>
        <p:spPr>
          <a:xfrm>
            <a:off x="259560" y="6154560"/>
            <a:ext cx="1674720" cy="5191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fr-FR" sz="44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Protocole – HTTP – </a:t>
            </a:r>
            <a:r>
              <a:rPr b="0" lang="fr-FR" sz="40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Hypertext Transfer Protocol</a:t>
            </a:r>
            <a:endParaRPr b="0" lang="fr-FR" sz="4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1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Objectif : Transférer des pages Web</a:t>
            </a:r>
            <a:endParaRPr b="0" lang="fr-FR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Client Serveur </a:t>
            </a:r>
            <a:endParaRPr b="0" lang="fr-FR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Port 80</a:t>
            </a:r>
            <a:endParaRPr b="0" lang="fr-FR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fr-FR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222" name="Image 3" descr=""/>
          <p:cNvPicPr/>
          <p:nvPr/>
        </p:nvPicPr>
        <p:blipFill>
          <a:blip r:embed="rId1"/>
          <a:stretch/>
        </p:blipFill>
        <p:spPr>
          <a:xfrm>
            <a:off x="259560" y="6154560"/>
            <a:ext cx="1674720" cy="519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23" name="Image 6" descr=""/>
          <p:cNvPicPr/>
          <p:nvPr/>
        </p:nvPicPr>
        <p:blipFill>
          <a:blip r:embed="rId2"/>
          <a:stretch/>
        </p:blipFill>
        <p:spPr>
          <a:xfrm>
            <a:off x="1934640" y="3336840"/>
            <a:ext cx="9143640" cy="27496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fr-FR" sz="44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Protocole - Modbus</a:t>
            </a:r>
            <a:endParaRPr b="0" lang="fr-FR" sz="4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5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Objectif : Automate industriel</a:t>
            </a:r>
            <a:endParaRPr b="0" lang="fr-FR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Client Serveur </a:t>
            </a:r>
            <a:endParaRPr b="0" lang="fr-FR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Port 502</a:t>
            </a:r>
            <a:endParaRPr b="0" lang="fr-FR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fr-FR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226" name="Image 3" descr=""/>
          <p:cNvPicPr/>
          <p:nvPr/>
        </p:nvPicPr>
        <p:blipFill>
          <a:blip r:embed="rId1"/>
          <a:stretch/>
        </p:blipFill>
        <p:spPr>
          <a:xfrm>
            <a:off x="259560" y="6154560"/>
            <a:ext cx="1674720" cy="519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27" name="Image 5" descr=""/>
          <p:cNvPicPr/>
          <p:nvPr/>
        </p:nvPicPr>
        <p:blipFill>
          <a:blip r:embed="rId2"/>
          <a:stretch/>
        </p:blipFill>
        <p:spPr>
          <a:xfrm>
            <a:off x="3223800" y="2794320"/>
            <a:ext cx="8798040" cy="34365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PlaceHolder 1"/>
          <p:cNvSpPr>
            <a:spLocks noGrp="1"/>
          </p:cNvSpPr>
          <p:nvPr>
            <p:ph type="title"/>
          </p:nvPr>
        </p:nvSpPr>
        <p:spPr>
          <a:xfrm>
            <a:off x="831960" y="1709640"/>
            <a:ext cx="10515240" cy="2852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fr-FR" sz="60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Wi-Fi</a:t>
            </a:r>
            <a:endParaRPr b="0" lang="fr-FR" sz="6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9" name="PlaceHolder 2"/>
          <p:cNvSpPr>
            <a:spLocks noGrp="1"/>
          </p:cNvSpPr>
          <p:nvPr>
            <p:ph/>
          </p:nvPr>
        </p:nvSpPr>
        <p:spPr>
          <a:xfrm>
            <a:off x="831960" y="4589640"/>
            <a:ext cx="10515240" cy="14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fr-FR" sz="2400" strike="noStrike" u="none">
              <a:solidFill>
                <a:schemeClr val="dk1">
                  <a:tint val="75000"/>
                </a:schemeClr>
              </a:solidFill>
              <a:effectLst/>
              <a:uFillTx/>
              <a:latin typeface="Calibri"/>
            </a:endParaRPr>
          </a:p>
        </p:txBody>
      </p:sp>
      <p:pic>
        <p:nvPicPr>
          <p:cNvPr id="230" name="Image 4" descr="Une image contenant texte, clipart&#10;&#10;Description générée automatiquement"/>
          <p:cNvPicPr/>
          <p:nvPr/>
        </p:nvPicPr>
        <p:blipFill>
          <a:blip r:embed="rId1"/>
          <a:stretch/>
        </p:blipFill>
        <p:spPr>
          <a:xfrm>
            <a:off x="7064280" y="2722680"/>
            <a:ext cx="3142800" cy="18666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fr-FR" sz="44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Wi-Fi – Introduction</a:t>
            </a:r>
            <a:endParaRPr b="0" lang="fr-FR" sz="4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2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Objectif : Créer un réseau par ondes radio</a:t>
            </a:r>
            <a:endParaRPr b="0" lang="fr-FR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Avantages :</a:t>
            </a:r>
            <a:endParaRPr b="0" lang="fr-FR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Plus de câbles !</a:t>
            </a:r>
            <a:endParaRPr b="0" lang="fr-FR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Infrastructures plus légères</a:t>
            </a:r>
            <a:endParaRPr b="0" lang="fr-FR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Inconvénient : </a:t>
            </a:r>
            <a:endParaRPr b="0" lang="fr-FR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Sécurité</a:t>
            </a:r>
            <a:endParaRPr b="0" lang="fr-FR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Consommation</a:t>
            </a:r>
            <a:endParaRPr b="0" lang="fr-FR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</a:pPr>
            <a:endParaRPr b="0" lang="fr-FR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fr-FR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233" name="Image 3" descr=""/>
          <p:cNvPicPr/>
          <p:nvPr/>
        </p:nvPicPr>
        <p:blipFill>
          <a:blip r:embed="rId1"/>
          <a:stretch/>
        </p:blipFill>
        <p:spPr>
          <a:xfrm>
            <a:off x="259560" y="6154560"/>
            <a:ext cx="1674720" cy="519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34" name="Image 6" descr=""/>
          <p:cNvPicPr/>
          <p:nvPr/>
        </p:nvPicPr>
        <p:blipFill>
          <a:blip r:embed="rId2"/>
          <a:stretch/>
        </p:blipFill>
        <p:spPr>
          <a:xfrm>
            <a:off x="7142040" y="2534040"/>
            <a:ext cx="4211280" cy="29340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fr-FR" sz="44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Wi-Fi – physique</a:t>
            </a:r>
            <a:endParaRPr b="0" lang="fr-FR" sz="4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6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Connection </a:t>
            </a:r>
            <a:endParaRPr b="0" lang="fr-FR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Ad Hoc (Point à Point)</a:t>
            </a:r>
            <a:endParaRPr b="0" lang="fr-FR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AP (Access Point) </a:t>
            </a:r>
            <a:endParaRPr b="0" lang="fr-FR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Répéteur (Wi-Fi -&gt; Wi-Fi)</a:t>
            </a:r>
            <a:endParaRPr b="0" lang="fr-FR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499"/>
              </a:spcBef>
              <a:buNone/>
            </a:pPr>
            <a:endParaRPr b="0" lang="fr-FR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Bande Radio : 2,4 GHz, 5 GHz, 6 GHz (Wi-Fi 6</a:t>
            </a:r>
            <a:r>
              <a:rPr b="0" lang="fr-FR" sz="2800" strike="noStrike" u="none" baseline="30000">
                <a:solidFill>
                  <a:schemeClr val="dk1"/>
                </a:solidFill>
                <a:effectLst/>
                <a:uFillTx/>
                <a:latin typeface="Calibri"/>
              </a:rPr>
              <a:t>E</a:t>
            </a:r>
            <a:r>
              <a:rPr b="0" lang="fr-FR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 &amp; &gt;)</a:t>
            </a:r>
            <a:endParaRPr b="0" lang="fr-FR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Débit : 3,5Gbits (WiFi 5) -&gt; 46Gbits (WiFi 7)</a:t>
            </a:r>
            <a:endParaRPr b="0" lang="fr-FR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Portée : une dizaine de mètres, qq km avec antenne directionnelle (Record 382km)</a:t>
            </a:r>
            <a:endParaRPr b="0" lang="fr-FR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</a:pPr>
            <a:endParaRPr b="0" lang="fr-FR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fr-FR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237" name="Image 3" descr=""/>
          <p:cNvPicPr/>
          <p:nvPr/>
        </p:nvPicPr>
        <p:blipFill>
          <a:blip r:embed="rId1"/>
          <a:stretch/>
        </p:blipFill>
        <p:spPr>
          <a:xfrm>
            <a:off x="259560" y="6154560"/>
            <a:ext cx="1674720" cy="5191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PlaceHolder 1"/>
          <p:cNvSpPr>
            <a:spLocks noGrp="1"/>
          </p:cNvSpPr>
          <p:nvPr>
            <p:ph type="title"/>
          </p:nvPr>
        </p:nvSpPr>
        <p:spPr>
          <a:xfrm>
            <a:off x="838080" y="33696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fr-FR" sz="44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Wi-Fi</a:t>
            </a:r>
            <a:endParaRPr b="0" lang="fr-FR" sz="4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9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lnSpcReduction="9999"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Connection</a:t>
            </a:r>
            <a:endParaRPr b="0" lang="fr-FR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SSID</a:t>
            </a:r>
            <a:endParaRPr b="0" lang="fr-FR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Mot de passe</a:t>
            </a:r>
            <a:endParaRPr b="0" lang="fr-FR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499"/>
              </a:spcBef>
              <a:buNone/>
            </a:pPr>
            <a:endParaRPr b="0" lang="fr-FR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Sécurisation :</a:t>
            </a:r>
            <a:endParaRPr b="0" lang="fr-FR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WEP -&gt; Inefficace . 3min pour récupérer le mot de passe</a:t>
            </a:r>
            <a:endParaRPr b="0" lang="fr-FR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WPA &amp; WPA2 (Attention, désactiver le WPS !)</a:t>
            </a:r>
            <a:endParaRPr b="0" lang="fr-FR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Le futur : WPA3</a:t>
            </a:r>
            <a:endParaRPr b="0" lang="fr-FR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499"/>
              </a:spcBef>
              <a:buNone/>
            </a:pPr>
            <a:endParaRPr b="0" lang="fr-FR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fr-FR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Besoin de mettre en place un réseau Wi-Fi ? Le reflexe : ANSSI :</a:t>
            </a:r>
            <a:endParaRPr b="0" lang="fr-FR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fr-FR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https://cyber.gouv.fr/uploads/IMG/pdf/NP_WIFI_NoteTech.pdf</a:t>
            </a:r>
            <a:endParaRPr b="0" lang="fr-FR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endParaRPr b="0" lang="fr-FR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fr-FR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fr-FR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240" name="Image 3" descr=""/>
          <p:cNvPicPr/>
          <p:nvPr/>
        </p:nvPicPr>
        <p:blipFill>
          <a:blip r:embed="rId1"/>
          <a:stretch/>
        </p:blipFill>
        <p:spPr>
          <a:xfrm>
            <a:off x="259560" y="6154560"/>
            <a:ext cx="1674720" cy="5191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PlaceHolder 1"/>
          <p:cNvSpPr>
            <a:spLocks noGrp="1"/>
          </p:cNvSpPr>
          <p:nvPr>
            <p:ph type="title"/>
          </p:nvPr>
        </p:nvSpPr>
        <p:spPr>
          <a:xfrm>
            <a:off x="831960" y="1709640"/>
            <a:ext cx="10515240" cy="2852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fr-FR" sz="60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Réseau Privé Virtuel (VPN)</a:t>
            </a:r>
            <a:endParaRPr b="0" lang="fr-FR" sz="6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2" name="PlaceHolder 2"/>
          <p:cNvSpPr>
            <a:spLocks noGrp="1"/>
          </p:cNvSpPr>
          <p:nvPr>
            <p:ph/>
          </p:nvPr>
        </p:nvSpPr>
        <p:spPr>
          <a:xfrm>
            <a:off x="831960" y="4589640"/>
            <a:ext cx="10515240" cy="14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fr-FR" sz="24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Virtual Private Network</a:t>
            </a:r>
            <a:endParaRPr b="0" lang="fr-FR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fr-FR" sz="44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VPN - Principe</a:t>
            </a:r>
            <a:endParaRPr b="0" lang="fr-FR" sz="4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4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Créer un réseau virtuel privé (Virtual Private Network) permettant l’interconnexion de réseau</a:t>
            </a:r>
            <a:endParaRPr b="0" lang="fr-FR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Exemple :</a:t>
            </a:r>
            <a:endParaRPr b="0" lang="fr-FR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fr-FR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245" name="Image 3" descr=""/>
          <p:cNvPicPr/>
          <p:nvPr/>
        </p:nvPicPr>
        <p:blipFill>
          <a:blip r:embed="rId1"/>
          <a:stretch/>
        </p:blipFill>
        <p:spPr>
          <a:xfrm>
            <a:off x="259560" y="6154560"/>
            <a:ext cx="1674720" cy="519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46" name="Image 5" descr=""/>
          <p:cNvPicPr/>
          <p:nvPr/>
        </p:nvPicPr>
        <p:blipFill>
          <a:blip r:embed="rId2"/>
          <a:stretch/>
        </p:blipFill>
        <p:spPr>
          <a:xfrm>
            <a:off x="1096920" y="3846240"/>
            <a:ext cx="9649080" cy="1448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fr-FR" sz="44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VPN – Les possibilités</a:t>
            </a:r>
            <a:endParaRPr b="0" lang="fr-FR" sz="4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8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VPN SSL (TLS) :</a:t>
            </a:r>
            <a:endParaRPr b="0" lang="fr-FR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Utilisation typique : Collaborateurs en mobilité</a:t>
            </a:r>
            <a:endParaRPr b="0" lang="fr-FR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2400" strike="noStrike" u="sng">
                <a:solidFill>
                  <a:schemeClr val="dk1"/>
                </a:solidFill>
                <a:effectLst/>
                <a:uFillTx/>
                <a:latin typeface="Calibri"/>
                <a:hlinkClick r:id="rId1"/>
              </a:rPr>
              <a:t>https://cyber.gouv.fr/uploads/2018/10/guide_nomadisme_anssi_pa_054_v1.pdf</a:t>
            </a:r>
            <a:endParaRPr b="0" lang="fr-FR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Masquage d’IP</a:t>
            </a:r>
            <a:endParaRPr b="0" lang="fr-FR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499"/>
              </a:spcBef>
              <a:buNone/>
            </a:pPr>
            <a:endParaRPr b="0" lang="fr-FR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Utilisation IPSec :</a:t>
            </a:r>
            <a:endParaRPr b="0" lang="fr-FR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Utilisation typique : Entre deux bureaux d’une entreprise</a:t>
            </a:r>
            <a:endParaRPr b="0" lang="fr-FR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2400" strike="noStrike" u="sng">
                <a:solidFill>
                  <a:schemeClr val="dk1"/>
                </a:solidFill>
                <a:effectLst/>
                <a:uFillTx/>
                <a:latin typeface="Calibri"/>
                <a:hlinkClick r:id="rId2"/>
              </a:rPr>
              <a:t>https://cyber.gouv.fr/uploads/2012/09/NT_IPsec.pdf</a:t>
            </a:r>
            <a:endParaRPr b="0" lang="fr-FR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</a:pPr>
            <a:endParaRPr b="0" lang="fr-FR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499"/>
              </a:spcBef>
              <a:buNone/>
            </a:pPr>
            <a:endParaRPr b="0" lang="fr-FR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fr-FR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249" name="Image 3" descr=""/>
          <p:cNvPicPr/>
          <p:nvPr/>
        </p:nvPicPr>
        <p:blipFill>
          <a:blip r:embed="rId3"/>
          <a:stretch/>
        </p:blipFill>
        <p:spPr>
          <a:xfrm>
            <a:off x="259560" y="6154560"/>
            <a:ext cx="1674720" cy="5191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fr-FR" sz="44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VPN – SSL (TLS)</a:t>
            </a:r>
            <a:endParaRPr b="0" lang="fr-FR" sz="4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1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Création d’un tunnel au-dessus du TLS </a:t>
            </a:r>
            <a:endParaRPr b="0" lang="fr-FR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Avantage : Un client Web suffit (mais on peut utiliser des clients lourds)</a:t>
            </a:r>
            <a:endParaRPr b="0" lang="fr-FR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fr-FR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252" name="Image 3" descr=""/>
          <p:cNvPicPr/>
          <p:nvPr/>
        </p:nvPicPr>
        <p:blipFill>
          <a:blip r:embed="rId1"/>
          <a:stretch/>
        </p:blipFill>
        <p:spPr>
          <a:xfrm>
            <a:off x="259560" y="6154560"/>
            <a:ext cx="1674720" cy="519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53" name="Image 5" descr=""/>
          <p:cNvPicPr/>
          <p:nvPr/>
        </p:nvPicPr>
        <p:blipFill>
          <a:blip r:embed="rId2"/>
          <a:stretch/>
        </p:blipFill>
        <p:spPr>
          <a:xfrm>
            <a:off x="2625480" y="3296160"/>
            <a:ext cx="6705720" cy="25434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fr-FR" sz="44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VP - IPsec</a:t>
            </a:r>
            <a:endParaRPr b="0" lang="fr-FR" sz="4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5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Inconvénient : </a:t>
            </a:r>
            <a:endParaRPr b="0" lang="fr-FR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Nécessite un client lourd sur le poste utilisateur ou un firewall dédié</a:t>
            </a:r>
            <a:endParaRPr b="0" lang="fr-FR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Utilisation : entre deux sites de la même entreprise</a:t>
            </a:r>
            <a:endParaRPr b="0" lang="fr-FR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256" name="Image 3" descr=""/>
          <p:cNvPicPr/>
          <p:nvPr/>
        </p:nvPicPr>
        <p:blipFill>
          <a:blip r:embed="rId1"/>
          <a:stretch/>
        </p:blipFill>
        <p:spPr>
          <a:xfrm>
            <a:off x="259560" y="6154560"/>
            <a:ext cx="1674720" cy="519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57" name="Image 4" descr=""/>
          <p:cNvPicPr/>
          <p:nvPr/>
        </p:nvPicPr>
        <p:blipFill>
          <a:blip r:embed="rId2"/>
          <a:stretch/>
        </p:blipFill>
        <p:spPr>
          <a:xfrm>
            <a:off x="2162160" y="3221640"/>
            <a:ext cx="7867440" cy="2609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PlaceHolder 1"/>
          <p:cNvSpPr>
            <a:spLocks noGrp="1"/>
          </p:cNvSpPr>
          <p:nvPr>
            <p:ph type="title"/>
          </p:nvPr>
        </p:nvSpPr>
        <p:spPr>
          <a:xfrm>
            <a:off x="831960" y="1709640"/>
            <a:ext cx="10515240" cy="2852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fr-FR" sz="60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TP Cablage</a:t>
            </a:r>
            <a:endParaRPr b="0" lang="fr-FR" sz="6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9" name="PlaceHolder 2"/>
          <p:cNvSpPr>
            <a:spLocks noGrp="1"/>
          </p:cNvSpPr>
          <p:nvPr>
            <p:ph/>
          </p:nvPr>
        </p:nvSpPr>
        <p:spPr>
          <a:xfrm>
            <a:off x="831960" y="4589640"/>
            <a:ext cx="10515240" cy="14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fr-FR" sz="2400" strike="noStrike" u="none">
              <a:solidFill>
                <a:schemeClr val="dk1">
                  <a:tint val="75000"/>
                </a:schemeClr>
              </a:solidFill>
              <a:effectLst/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0" name="Espace réservé du contenu 4" descr=""/>
          <p:cNvPicPr/>
          <p:nvPr/>
        </p:nvPicPr>
        <p:blipFill>
          <a:blip r:embed="rId1"/>
          <a:srcRect l="0" t="0" r="0" b="5974"/>
          <a:stretch/>
        </p:blipFill>
        <p:spPr>
          <a:xfrm>
            <a:off x="525960" y="264600"/>
            <a:ext cx="3907440" cy="2755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61" name="Image 6" descr=""/>
          <p:cNvPicPr/>
          <p:nvPr/>
        </p:nvPicPr>
        <p:blipFill>
          <a:blip r:embed="rId2"/>
          <a:srcRect l="0" t="11734" r="49994" b="0"/>
          <a:stretch/>
        </p:blipFill>
        <p:spPr>
          <a:xfrm>
            <a:off x="6944400" y="264600"/>
            <a:ext cx="3372480" cy="29764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62" name="Image 8" descr="Une image contenant texte&#10;&#10;Description générée automatiquement"/>
          <p:cNvPicPr/>
          <p:nvPr/>
        </p:nvPicPr>
        <p:blipFill>
          <a:blip r:embed="rId3"/>
          <a:srcRect l="0" t="0" r="0" b="8684"/>
          <a:stretch/>
        </p:blipFill>
        <p:spPr>
          <a:xfrm>
            <a:off x="525960" y="3355200"/>
            <a:ext cx="3907440" cy="2675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63" name="Image 10" descr="Une image contenant LEGO, jouet&#10;&#10;Description générée automatiquement"/>
          <p:cNvPicPr/>
          <p:nvPr/>
        </p:nvPicPr>
        <p:blipFill>
          <a:blip r:embed="rId4"/>
          <a:srcRect l="0" t="0" r="0" b="7360"/>
          <a:stretch/>
        </p:blipFill>
        <p:spPr>
          <a:xfrm>
            <a:off x="6695640" y="3355200"/>
            <a:ext cx="3907440" cy="2714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4" name="ZoneTexte 11"/>
          <p:cNvSpPr/>
          <p:nvPr/>
        </p:nvSpPr>
        <p:spPr>
          <a:xfrm>
            <a:off x="1014480" y="6581160"/>
            <a:ext cx="10318320" cy="26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fr-FR" sz="11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Images de WikiHow : </a:t>
            </a:r>
            <a:r>
              <a:rPr b="0" lang="fr-FR" sz="1100" strike="noStrike" u="sng">
                <a:solidFill>
                  <a:schemeClr val="dk1"/>
                </a:solidFill>
                <a:effectLst/>
                <a:uFillTx/>
                <a:latin typeface="Arial"/>
                <a:hlinkClick r:id="rId5"/>
              </a:rPr>
              <a:t>https://fr.wikihow.com/sertir-un-connecteur-RJ-45</a:t>
            </a:r>
            <a:r>
              <a:rPr b="0" lang="fr-FR" sz="11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 &amp; https://clicmeric.com/sertir-un-cable-droit-et-un-cable-croise-comment-et-quelle-difference/</a:t>
            </a:r>
            <a:endParaRPr b="0" lang="fr-FR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5" name="ZoneTexte 1"/>
          <p:cNvSpPr/>
          <p:nvPr/>
        </p:nvSpPr>
        <p:spPr>
          <a:xfrm>
            <a:off x="9303480" y="2651040"/>
            <a:ext cx="1364040" cy="36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fr-FR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Norme 568B</a:t>
            </a: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Thème 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</TotalTime>
  <Application>LibreOffice/25.8.3.2$Windows_X86_64 LibreOffice_project/8ca8d55c161d602844f5428fa4b58097424e324e</Application>
  <AppVersion>15.0000</AppVersion>
  <Words>1595</Words>
  <Paragraphs>353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2022-10-04T08:25:23Z</dcterms:created>
  <dc:creator>Guillaume Rico</dc:creator>
  <dc:description/>
  <dc:language>fr-FR</dc:language>
  <cp:lastModifiedBy/>
  <dcterms:modified xsi:type="dcterms:W3CDTF">2026-01-30T09:26:21Z</dcterms:modified>
  <cp:revision>66</cp:revision>
  <dc:subject/>
  <dc:title>Réseaux Informatiques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25</vt:i4>
  </property>
  <property fmtid="{D5CDD505-2E9C-101B-9397-08002B2CF9AE}" pid="3" name="PresentationFormat">
    <vt:lpwstr>Grand écran</vt:lpwstr>
  </property>
  <property fmtid="{D5CDD505-2E9C-101B-9397-08002B2CF9AE}" pid="4" name="Slides">
    <vt:i4>45</vt:i4>
  </property>
</Properties>
</file>